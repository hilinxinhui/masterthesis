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5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DFEF"/>
    <a:srgbClr val="F4F7F5"/>
    <a:srgbClr val="FEFCE0"/>
    <a:srgbClr val="EFF3F1"/>
    <a:srgbClr val="F4CBBA"/>
    <a:srgbClr val="F7DCD1"/>
    <a:srgbClr val="F2F7EA"/>
    <a:srgbClr val="E4EED6"/>
    <a:srgbClr val="FDEAF2"/>
    <a:srgbClr val="E8E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154" d="100"/>
          <a:sy n="154" d="100"/>
        </p:scale>
        <p:origin x="432" y="11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BE5A0-C99B-4C90-8971-7CD578376B2B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ADD7E-BDB5-499A-AC2D-E4CF0FF7F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5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6E184-EE0D-89CC-F27C-401444098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1DF3A1-2DF7-86CA-1396-CE9B0BD15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3C2F8-3953-1B34-0C8B-9DCB899C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497A0-6573-FC60-5E1A-F93B301F9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7A3E2-8030-F207-7DD9-2CCFCD8A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7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E0680-2CB5-7B60-0DDC-00BD165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CAD7CF-8CF4-8923-64C7-CFB252384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E3F1B-1208-C9CC-64FD-51D3E2F91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1A9A09-CBF9-C333-52FE-B5A8C1B9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6F3362-EC96-1788-779B-C20038A6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C943D-C4D1-DE30-19BC-3CE96CA7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EE76C6-5DB9-849C-D8EF-C0335B44A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2D09B-2229-01D2-71EC-C991C63B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8D4CC-5D98-A9B7-595C-DF03835F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370FB0-0AE6-4321-6363-D094EE5C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26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7C1E3-7707-913A-B340-884BC576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D0DA4-08C4-9E09-C08E-ECAEB7DA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74C61B-00A2-BBCB-5C0A-590331FA9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C13FF-63F3-0D05-9D38-38AA8601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6301D-171B-E301-F096-116EF048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AE1415-FFC3-CAD7-4E37-FF22D0FB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52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58BF6-103A-A531-5142-6EAB27DD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A18DC-3412-FFFB-0D1B-1A409F544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2E6D32-3681-D4A1-4ECA-9F803B973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A5CB35-5992-95BB-0006-586FE6D99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DAF615-92C5-6D83-57CD-88E3DF0CF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82FB1C-C63E-3F9C-A43F-0EA0FF67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BE9A7F-06F9-D44C-C634-A0293E7B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EBDC4E-2B32-304B-AA81-F7DFE758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66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16337-6419-3DD7-8A4F-13D6078A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184FE8-5ED3-DCFB-9128-012D72B2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60ECE5-CC41-3DDA-BDBA-78488CF0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8122B5-D10C-BD84-38D6-61F45D28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21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3C847F-162E-FF0A-0946-E2EB71E4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208582-8620-4685-F826-ABAD4D58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2C1ECF-BED7-C47F-E163-0008A7B0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04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E0D8E-A4D4-5689-9921-B11F9FAB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55255-D054-F2F3-9A51-2E2408CC6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274E1F-D6C2-44FA-2A00-011704DB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6502F-95AA-25A2-7E5A-68943697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D06EC4-2884-5D47-7713-CDF0BB64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2ED5F0-9210-D595-2332-453634B1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73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7D96F-D94D-6D39-927A-3592B037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C7153F-667B-D1B5-001D-15A36CC6B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6EA7DE-2E81-769D-A399-C42A8A5BF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139875-FCB2-7511-D810-125AC733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31FB34-4F5F-9111-D504-6F699333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E0FD5-034B-BE3B-31C0-A2CA890C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31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B8B00-DA05-5E61-7369-8580607C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179FF4-567B-8C67-E4B5-45D120FAB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DDC5C-E6B2-43CC-2A4C-74EF167B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3698CB-9385-F43F-EEE2-C277B0F2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83A79-BFB5-4530-1CB6-130BA027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10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FBE7FB-80DA-DBC9-A2C8-65FFD60C3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F0E075-88B5-1303-D8EB-86E3C9FAD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DDDD5-1EC5-35A2-0D88-E64DEB1E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EB46C7-3004-1544-1A2C-1A6AB382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EC07A-DF37-8664-2C53-5169B0AB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54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FE8342-3B7E-82A6-A726-833D536E1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9B267D-B828-4A75-EF1A-D60A264FB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C086D-6E3B-8E5E-3240-901F95A67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2091C-B26D-487D-94AF-59F0AA4211B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E7334-6FF2-C8DC-42BE-70F7103E1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EECE3-A027-3937-35B0-69C6359A5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81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.wmf"/><Relationship Id="rId3" Type="http://schemas.openxmlformats.org/officeDocument/2006/relationships/image" Target="../media/image8.png"/><Relationship Id="rId7" Type="http://schemas.openxmlformats.org/officeDocument/2006/relationships/image" Target="../media/image1.tif"/><Relationship Id="rId1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4.tif"/><Relationship Id="rId5" Type="http://schemas.openxmlformats.org/officeDocument/2006/relationships/image" Target="../media/image11.png"/><Relationship Id="rId10" Type="http://schemas.openxmlformats.org/officeDocument/2006/relationships/image" Target="../media/image3.tif"/><Relationship Id="rId4" Type="http://schemas.openxmlformats.org/officeDocument/2006/relationships/image" Target="../media/image10.png"/><Relationship Id="rId9" Type="http://schemas.openxmlformats.org/officeDocument/2006/relationships/image" Target="../media/image2.t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.tif"/><Relationship Id="rId12" Type="http://schemas.openxmlformats.org/officeDocument/2006/relationships/image" Target="../media/image16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4.tif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tif"/><Relationship Id="rId11" Type="http://schemas.openxmlformats.org/officeDocument/2006/relationships/image" Target="../media/image5.wmf"/><Relationship Id="rId5" Type="http://schemas.openxmlformats.org/officeDocument/2006/relationships/image" Target="../media/image3.tif"/><Relationship Id="rId10" Type="http://schemas.openxmlformats.org/officeDocument/2006/relationships/oleObject" Target="../embeddings/oleObject5.bin"/><Relationship Id="rId4" Type="http://schemas.openxmlformats.org/officeDocument/2006/relationships/image" Target="../media/image2.tif"/><Relationship Id="rId9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"/><Relationship Id="rId11" Type="http://schemas.openxmlformats.org/officeDocument/2006/relationships/image" Target="../media/image9.png"/><Relationship Id="rId5" Type="http://schemas.openxmlformats.org/officeDocument/2006/relationships/image" Target="../media/image3.tif"/><Relationship Id="rId15" Type="http://schemas.openxmlformats.org/officeDocument/2006/relationships/image" Target="../media/image1.tif"/><Relationship Id="rId4" Type="http://schemas.openxmlformats.org/officeDocument/2006/relationships/image" Target="../media/image2.tif"/><Relationship Id="rId9" Type="http://schemas.openxmlformats.org/officeDocument/2006/relationships/image" Target="../media/image5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9F66870-99AD-EE83-853E-3F003702441A}"/>
              </a:ext>
            </a:extLst>
          </p:cNvPr>
          <p:cNvSpPr/>
          <p:nvPr/>
        </p:nvSpPr>
        <p:spPr>
          <a:xfrm>
            <a:off x="340568" y="186611"/>
            <a:ext cx="8403382" cy="385666"/>
          </a:xfrm>
          <a:prstGeom prst="roundRect">
            <a:avLst/>
          </a:prstGeom>
          <a:solidFill>
            <a:srgbClr val="FFE3A6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State-of-health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 &amp; Model uncertainty quantification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2A3BCB4-E528-7708-590E-3344C1AF7DD2}"/>
              </a:ext>
            </a:extLst>
          </p:cNvPr>
          <p:cNvSpPr/>
          <p:nvPr/>
        </p:nvSpPr>
        <p:spPr>
          <a:xfrm>
            <a:off x="8867776" y="186611"/>
            <a:ext cx="3084738" cy="385666"/>
          </a:xfrm>
          <a:prstGeom prst="roundRect">
            <a:avLst/>
          </a:prstGeom>
          <a:solidFill>
            <a:srgbClr val="FFE3A6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uncertainty calibration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5C39E1-79A0-25A7-B12A-725A0CCEACCA}"/>
              </a:ext>
            </a:extLst>
          </p:cNvPr>
          <p:cNvSpPr/>
          <p:nvPr/>
        </p:nvSpPr>
        <p:spPr>
          <a:xfrm>
            <a:off x="340568" y="6184179"/>
            <a:ext cx="3032229" cy="545552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self-attention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D2788B-F274-3ED6-13FA-C52E5BAA0F40}"/>
              </a:ext>
            </a:extLst>
          </p:cNvPr>
          <p:cNvSpPr/>
          <p:nvPr/>
        </p:nvSpPr>
        <p:spPr>
          <a:xfrm>
            <a:off x="3525520" y="6184179"/>
            <a:ext cx="5218430" cy="545552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Transformer (HSSTT)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33972CB-E1CB-5D32-BBAB-A6FD77E53005}"/>
              </a:ext>
            </a:extLst>
          </p:cNvPr>
          <p:cNvSpPr/>
          <p:nvPr/>
        </p:nvSpPr>
        <p:spPr>
          <a:xfrm>
            <a:off x="8867776" y="6184179"/>
            <a:ext cx="3084737" cy="545552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of principled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auxiliary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model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96A2FF8-EAD1-7F97-058E-D24441FDB11B}"/>
              </a:ext>
            </a:extLst>
          </p:cNvPr>
          <p:cNvSpPr/>
          <p:nvPr/>
        </p:nvSpPr>
        <p:spPr>
          <a:xfrm>
            <a:off x="9555973" y="2561817"/>
            <a:ext cx="1756089" cy="385666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Isotonic regressor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762B8E1-F7F8-A273-21BD-F90BAEF69685}"/>
              </a:ext>
            </a:extLst>
          </p:cNvPr>
          <p:cNvGrpSpPr/>
          <p:nvPr/>
        </p:nvGrpSpPr>
        <p:grpSpPr>
          <a:xfrm>
            <a:off x="8986270" y="866477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11BE2A56-C31C-430A-7DB5-81084D1EFC73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11BE2A56-C31C-430A-7DB5-81084D1EFC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0E0C453D-1CF0-8DF9-F865-D0A6B3F08474}"/>
                </a:ext>
              </a:extLst>
            </p:cNvPr>
            <p:cNvGrpSpPr/>
            <p:nvPr/>
          </p:nvGrpSpPr>
          <p:grpSpPr>
            <a:xfrm>
              <a:off x="2208511" y="1894522"/>
              <a:ext cx="2337077" cy="824525"/>
              <a:chOff x="2138542" y="3299460"/>
              <a:chExt cx="2337077" cy="824525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8D9125D-937B-AF16-1AB4-18BD841E7FB6}"/>
                  </a:ext>
                </a:extLst>
              </p:cNvPr>
              <p:cNvSpPr txBox="1"/>
              <p:nvPr/>
            </p:nvSpPr>
            <p:spPr>
              <a:xfrm>
                <a:off x="2138542" y="3846986"/>
                <a:ext cx="11494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849C471-362D-4D67-7DF5-7F77D753BE97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14948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2A90896-B118-9A7E-07A4-B2CC2F677978}"/>
                  </a:ext>
                </a:extLst>
              </p:cNvPr>
              <p:cNvSpPr txBox="1"/>
              <p:nvPr/>
            </p:nvSpPr>
            <p:spPr>
              <a:xfrm>
                <a:off x="2258823" y="3339987"/>
                <a:ext cx="102209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41D9998-6913-2A8D-D465-AEF723329435}"/>
                  </a:ext>
                </a:extLst>
              </p:cNvPr>
              <p:cNvSpPr txBox="1"/>
              <p:nvPr/>
            </p:nvSpPr>
            <p:spPr>
              <a:xfrm>
                <a:off x="3333243" y="3346368"/>
                <a:ext cx="102209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F59296BD-D14A-E6CE-0D44-3E99A3887EE2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9F654B80-A17C-C684-444C-2412D606E6BF}"/>
                  </a:ext>
                </a:extLst>
              </p:cNvPr>
              <p:cNvCxnSpPr>
                <a:cxnSpLocks/>
                <a:stCxn id="58" idx="0"/>
                <a:endCxn id="58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ED4BA3B8-5BAD-0A70-04EC-E3CB47DBD2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DAB3DBB-D0FF-73A6-2BD2-9022BACD7335}"/>
              </a:ext>
            </a:extLst>
          </p:cNvPr>
          <p:cNvGrpSpPr/>
          <p:nvPr/>
        </p:nvGrpSpPr>
        <p:grpSpPr>
          <a:xfrm>
            <a:off x="328189" y="969963"/>
            <a:ext cx="3056985" cy="4899432"/>
            <a:chOff x="3892010" y="804607"/>
            <a:chExt cx="3035813" cy="4726244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F070F537-917A-6338-F863-1B5F681567E4}"/>
                </a:ext>
              </a:extLst>
            </p:cNvPr>
            <p:cNvSpPr/>
            <p:nvPr/>
          </p:nvSpPr>
          <p:spPr>
            <a:xfrm>
              <a:off x="3892010" y="1028700"/>
              <a:ext cx="3035813" cy="4502151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7EC313CC-C6A8-C7C4-5C4F-4DE99A9E73E0}"/>
                </a:ext>
              </a:extLst>
            </p:cNvPr>
            <p:cNvGrpSpPr/>
            <p:nvPr/>
          </p:nvGrpSpPr>
          <p:grpSpPr>
            <a:xfrm>
              <a:off x="4026908" y="804607"/>
              <a:ext cx="2730808" cy="4533163"/>
              <a:chOff x="6457366" y="527035"/>
              <a:chExt cx="2730808" cy="4533163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FA2C8858-AE08-BCCF-3D17-18674E7212F7}"/>
                  </a:ext>
                </a:extLst>
              </p:cNvPr>
              <p:cNvSpPr/>
              <p:nvPr/>
            </p:nvSpPr>
            <p:spPr>
              <a:xfrm>
                <a:off x="6755839" y="3447499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67DA603C-BA14-79B6-9FCD-58096C9A01BC}"/>
                  </a:ext>
                </a:extLst>
              </p:cNvPr>
              <p:cNvSpPr/>
              <p:nvPr/>
            </p:nvSpPr>
            <p:spPr>
              <a:xfrm>
                <a:off x="6760620" y="1859679"/>
                <a:ext cx="2007773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 stochastic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representation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577A725C-DBA6-9718-38B2-3E2D55DB42C2}"/>
                  </a:ext>
                </a:extLst>
              </p:cNvPr>
              <p:cNvSpPr/>
              <p:nvPr/>
            </p:nvSpPr>
            <p:spPr>
              <a:xfrm>
                <a:off x="6760620" y="2643949"/>
                <a:ext cx="2007773" cy="433164"/>
              </a:xfrm>
              <a:prstGeom prst="roundRect">
                <a:avLst/>
              </a:prstGeom>
              <a:solidFill>
                <a:srgbClr val="F2F7E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Distance-sensitive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re-embedding (opt.)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71F6442D-0F3F-C171-47ED-05673BE4711C}"/>
                  </a:ext>
                </a:extLst>
              </p:cNvPr>
              <p:cNvSpPr/>
              <p:nvPr/>
            </p:nvSpPr>
            <p:spPr>
              <a:xfrm>
                <a:off x="7816804" y="1288518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4325070-FFBD-4C3F-C3D1-1D407EA44439}"/>
                  </a:ext>
                </a:extLst>
              </p:cNvPr>
              <p:cNvSpPr txBox="1"/>
              <p:nvPr/>
            </p:nvSpPr>
            <p:spPr>
              <a:xfrm>
                <a:off x="8267848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C461A87-281E-8325-BFE9-7D4B4F935F03}"/>
                  </a:ext>
                </a:extLst>
              </p:cNvPr>
              <p:cNvSpPr txBox="1"/>
              <p:nvPr/>
            </p:nvSpPr>
            <p:spPr>
              <a:xfrm>
                <a:off x="8784314" y="4752421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3FD6F631-7782-8408-C69F-F127A7A903B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50072" y="3432331"/>
                <a:ext cx="241130" cy="241130"/>
                <a:chOff x="4801552" y="2902268"/>
                <a:chExt cx="365760" cy="365760"/>
              </a:xfrm>
            </p:grpSpPr>
            <p:sp>
              <p:nvSpPr>
                <p:cNvPr id="92" name="流程图: 接点 91">
                  <a:extLst>
                    <a:ext uri="{FF2B5EF4-FFF2-40B4-BE49-F238E27FC236}">
                      <a16:creationId xmlns:a16="http://schemas.microsoft.com/office/drawing/2014/main" id="{3A83983C-39B3-18B8-6A8A-8E16A0C269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01552" y="2902268"/>
                  <a:ext cx="365760" cy="365760"/>
                </a:xfrm>
                <a:prstGeom prst="flowChartConnecto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3" name="连接符: 曲线 92">
                  <a:extLst>
                    <a:ext uri="{FF2B5EF4-FFF2-40B4-BE49-F238E27FC236}">
                      <a16:creationId xmlns:a16="http://schemas.microsoft.com/office/drawing/2014/main" id="{BE3F084C-3677-B0F2-48CD-EE00DE4204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0680" y="2997058"/>
                  <a:ext cx="177028" cy="177005"/>
                </a:xfrm>
                <a:prstGeom prst="curvedConnector3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sp>
            <p:nvSpPr>
              <p:cNvPr id="77" name="矩形: 圆角 76">
                <a:extLst>
                  <a:ext uri="{FF2B5EF4-FFF2-40B4-BE49-F238E27FC236}">
                    <a16:creationId xmlns:a16="http://schemas.microsoft.com/office/drawing/2014/main" id="{672B2D62-AA49-6E7F-6B4C-8A11F7633A2B}"/>
                  </a:ext>
                </a:extLst>
              </p:cNvPr>
              <p:cNvSpPr/>
              <p:nvPr/>
            </p:nvSpPr>
            <p:spPr>
              <a:xfrm>
                <a:off x="6457366" y="3954962"/>
                <a:ext cx="1271935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clustering(opt.)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23A3B2E8-25F3-5B54-034E-0C17A9897AB8}"/>
                  </a:ext>
                </a:extLst>
              </p:cNvPr>
              <p:cNvSpPr txBox="1"/>
              <p:nvPr/>
            </p:nvSpPr>
            <p:spPr>
              <a:xfrm>
                <a:off x="6605779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7C277B75-BC84-A5D4-3055-0B07D9C1B0A0}"/>
                  </a:ext>
                </a:extLst>
              </p:cNvPr>
              <p:cNvSpPr txBox="1"/>
              <p:nvPr/>
            </p:nvSpPr>
            <p:spPr>
              <a:xfrm>
                <a:off x="7199533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05CA13ED-626A-CF21-2E3B-0748E89D98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05608" y="4388786"/>
                <a:ext cx="1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B4C3AB38-8BD2-FA54-C9CD-BC0F5A7FAA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9363" y="4381998"/>
                <a:ext cx="0" cy="365660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E6AF896D-ABFA-1508-D238-91373C089C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95262" y="3667554"/>
                <a:ext cx="0" cy="281279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05A22151-74A2-F6E4-7D5D-C76E14247BB3}"/>
                  </a:ext>
                </a:extLst>
              </p:cNvPr>
              <p:cNvSpPr txBox="1"/>
              <p:nvPr/>
            </p:nvSpPr>
            <p:spPr>
              <a:xfrm>
                <a:off x="7686295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1892D054-4D98-51A3-EB6D-F75B2C6EBC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6568" y="3667554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DB90C549-9445-5155-2547-F366022E53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9937" y="527035"/>
                <a:ext cx="0" cy="76148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F147C81E-E557-5C7E-EF65-7218468D5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8792" y="3079951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60329EE0-F47C-5CE6-B40A-FEEA2B951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2358" y="2306223"/>
                <a:ext cx="0" cy="33772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8" name="直接箭头连接符 87">
                <a:extLst>
                  <a:ext uri="{FF2B5EF4-FFF2-40B4-BE49-F238E27FC236}">
                    <a16:creationId xmlns:a16="http://schemas.microsoft.com/office/drawing/2014/main" id="{BDAFD212-A72E-40F8-3511-F3ED221EF8A2}"/>
                  </a:ext>
                </a:extLst>
              </p:cNvPr>
              <p:cNvCxnSpPr>
                <a:cxnSpLocks/>
                <a:stCxn id="75" idx="0"/>
              </p:cNvCxnSpPr>
              <p:nvPr/>
            </p:nvCxnSpPr>
            <p:spPr>
              <a:xfrm flipV="1">
                <a:off x="8986244" y="1504951"/>
                <a:ext cx="0" cy="3247470"/>
              </a:xfrm>
              <a:prstGeom prst="straightConnector1">
                <a:avLst/>
              </a:prstGeom>
              <a:ln w="19050">
                <a:headEnd w="med" len="lg"/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9" name="直接箭头连接符 88">
                <a:extLst>
                  <a:ext uri="{FF2B5EF4-FFF2-40B4-BE49-F238E27FC236}">
                    <a16:creationId xmlns:a16="http://schemas.microsoft.com/office/drawing/2014/main" id="{ED16E337-2E50-CA4A-F658-6DD810468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0731" y="1504460"/>
                <a:ext cx="6016" cy="35740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B1890165-C163-32D1-E093-97C250A212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0637" y="3673461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1" name="直接箭头连接符 90">
                <a:extLst>
                  <a:ext uri="{FF2B5EF4-FFF2-40B4-BE49-F238E27FC236}">
                    <a16:creationId xmlns:a16="http://schemas.microsoft.com/office/drawing/2014/main" id="{72318A43-2C1D-B7DB-71E1-9E47560CE3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9450" y="3073459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CCBDE0E0-477D-7883-8FFB-6FEF861BE339}"/>
              </a:ext>
            </a:extLst>
          </p:cNvPr>
          <p:cNvGrpSpPr/>
          <p:nvPr/>
        </p:nvGrpSpPr>
        <p:grpSpPr>
          <a:xfrm>
            <a:off x="6203953" y="866477"/>
            <a:ext cx="2588255" cy="5176866"/>
            <a:chOff x="6435506" y="981398"/>
            <a:chExt cx="2356702" cy="4817518"/>
          </a:xfrm>
        </p:grpSpPr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CFF3C296-0867-3F1C-773F-367EFC7676B1}"/>
                </a:ext>
              </a:extLst>
            </p:cNvPr>
            <p:cNvSpPr txBox="1"/>
            <p:nvPr/>
          </p:nvSpPr>
          <p:spPr>
            <a:xfrm>
              <a:off x="7555758" y="5491139"/>
              <a:ext cx="214954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F7E4B11-9705-8F9B-0CED-0DED9AF54CEB}"/>
                </a:ext>
              </a:extLst>
            </p:cNvPr>
            <p:cNvSpPr txBox="1"/>
            <p:nvPr/>
          </p:nvSpPr>
          <p:spPr>
            <a:xfrm>
              <a:off x="6752258" y="1559374"/>
              <a:ext cx="695335" cy="2577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4ED4A061-26E6-10DA-733B-B7BFC3D7A1FD}"/>
                </a:ext>
              </a:extLst>
            </p:cNvPr>
            <p:cNvSpPr txBox="1"/>
            <p:nvPr/>
          </p:nvSpPr>
          <p:spPr>
            <a:xfrm>
              <a:off x="7780124" y="1559373"/>
              <a:ext cx="695336" cy="2577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8F5EAE3-5364-F51E-8E7E-ADBF13F00266}"/>
                    </a:ext>
                  </a:extLst>
                </p:cNvPr>
                <p:cNvSpPr txBox="1"/>
                <p:nvPr/>
              </p:nvSpPr>
              <p:spPr>
                <a:xfrm>
                  <a:off x="6620884" y="981398"/>
                  <a:ext cx="958085" cy="4616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8F5EAE3-5364-F51E-8E7E-ADBF13F002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884" y="981398"/>
                  <a:ext cx="958085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22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30439B1-4248-A07E-6123-72AC3BAC0A2A}"/>
                    </a:ext>
                  </a:extLst>
                </p:cNvPr>
                <p:cNvSpPr txBox="1"/>
                <p:nvPr/>
              </p:nvSpPr>
              <p:spPr>
                <a:xfrm>
                  <a:off x="7648749" y="981398"/>
                  <a:ext cx="1050371" cy="46166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30439B1-4248-A07E-6123-72AC3BAC0A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49" y="981398"/>
                  <a:ext cx="1050371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1CCE24C7-C599-5B02-F822-765A3F398F44}"/>
                </a:ext>
              </a:extLst>
            </p:cNvPr>
            <p:cNvGrpSpPr/>
            <p:nvPr/>
          </p:nvGrpSpPr>
          <p:grpSpPr>
            <a:xfrm>
              <a:off x="6953458" y="2039831"/>
              <a:ext cx="1320800" cy="1003866"/>
              <a:chOff x="1362075" y="2827673"/>
              <a:chExt cx="1320800" cy="1098550"/>
            </a:xfrm>
          </p:grpSpPr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E3715373-6CB9-E0C5-EE04-FFA5201D02BC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130" name="矩形: 圆角 129">
                  <a:extLst>
                    <a:ext uri="{FF2B5EF4-FFF2-40B4-BE49-F238E27FC236}">
                      <a16:creationId xmlns:a16="http://schemas.microsoft.com/office/drawing/2014/main" id="{AF4905AA-4418-6F53-8AB3-58C3CBE48C7A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矩形: 圆角 130">
                  <a:extLst>
                    <a:ext uri="{FF2B5EF4-FFF2-40B4-BE49-F238E27FC236}">
                      <a16:creationId xmlns:a16="http://schemas.microsoft.com/office/drawing/2014/main" id="{A0B5B93E-8E03-7CF2-210C-E75E8CCA28F4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矩形: 圆角 131">
                  <a:extLst>
                    <a:ext uri="{FF2B5EF4-FFF2-40B4-BE49-F238E27FC236}">
                      <a16:creationId xmlns:a16="http://schemas.microsoft.com/office/drawing/2014/main" id="{6C337C28-9799-D149-0571-EDCC662EF340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37B6D192-5E5D-B740-6F40-6C4297A4B657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39B5FA5-BCF0-3E20-38E6-6E219AC85FB6}"/>
                  </a:ext>
                </a:extLst>
              </p:cNvPr>
              <p:cNvSpPr txBox="1"/>
              <p:nvPr/>
            </p:nvSpPr>
            <p:spPr>
              <a:xfrm>
                <a:off x="1455380" y="2871636"/>
                <a:ext cx="1203973" cy="313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4ECE03C5-B0F3-093C-DBCC-EA34D83AB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7788" y="1420484"/>
              <a:ext cx="1" cy="2096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CEBDD7D8-464C-6DF9-243C-C35E27D7A98A}"/>
                </a:ext>
              </a:extLst>
            </p:cNvPr>
            <p:cNvGrpSpPr/>
            <p:nvPr/>
          </p:nvGrpSpPr>
          <p:grpSpPr>
            <a:xfrm>
              <a:off x="7099926" y="1805594"/>
              <a:ext cx="1027865" cy="232243"/>
              <a:chOff x="3721481" y="1974997"/>
              <a:chExt cx="1027865" cy="232243"/>
            </a:xfrm>
          </p:grpSpPr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724E49A0-1C43-B62E-F850-451343AA3C0D}"/>
                  </a:ext>
                </a:extLst>
              </p:cNvPr>
              <p:cNvGrpSpPr/>
              <p:nvPr/>
            </p:nvGrpSpPr>
            <p:grpSpPr>
              <a:xfrm>
                <a:off x="3721481" y="1974997"/>
                <a:ext cx="1027865" cy="127073"/>
                <a:chOff x="3721481" y="1974997"/>
                <a:chExt cx="1027865" cy="153891"/>
              </a:xfrm>
            </p:grpSpPr>
            <p:cxnSp>
              <p:nvCxnSpPr>
                <p:cNvPr id="125" name="连接符: 肘形 124">
                  <a:extLst>
                    <a:ext uri="{FF2B5EF4-FFF2-40B4-BE49-F238E27FC236}">
                      <a16:creationId xmlns:a16="http://schemas.microsoft.com/office/drawing/2014/main" id="{AFDB1A20-9E44-62AD-4144-DEBACEAECA8F}"/>
                    </a:ext>
                  </a:extLst>
                </p:cNvPr>
                <p:cNvCxnSpPr>
                  <a:cxnSpLocks/>
                  <a:stCxn id="100" idx="2"/>
                </p:cNvCxnSpPr>
                <p:nvPr/>
              </p:nvCxnSpPr>
              <p:spPr>
                <a:xfrm rot="16200000" flipH="1">
                  <a:off x="4165461" y="1545000"/>
                  <a:ext cx="139906" cy="1027865"/>
                </a:xfrm>
                <a:prstGeom prst="bentConnector2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61875D29-DCC7-DB63-8EE7-9BBDB0C00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CF248710-C32E-9424-1556-DD9F7B6F4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35411" y="2097260"/>
                <a:ext cx="1" cy="1099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E82B1D51-57B3-4D45-7428-ED5606805A56}"/>
                </a:ext>
              </a:extLst>
            </p:cNvPr>
            <p:cNvSpPr/>
            <p:nvPr/>
          </p:nvSpPr>
          <p:spPr>
            <a:xfrm>
              <a:off x="6958556" y="3574418"/>
              <a:ext cx="1320800" cy="245755"/>
            </a:xfrm>
            <a:prstGeom prst="roundRect">
              <a:avLst/>
            </a:prstGeom>
            <a:solidFill>
              <a:srgbClr val="F4F7F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F92346B5-FC03-0A16-9825-87ACC0FD1658}"/>
                </a:ext>
              </a:extLst>
            </p:cNvPr>
            <p:cNvSpPr/>
            <p:nvPr/>
          </p:nvSpPr>
          <p:spPr>
            <a:xfrm>
              <a:off x="6953458" y="4001206"/>
              <a:ext cx="1320800" cy="245755"/>
            </a:xfrm>
            <a:prstGeom prst="roundRect">
              <a:avLst/>
            </a:prstGeom>
            <a:solidFill>
              <a:srgbClr val="FEFCE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824E9E01-AFEB-6705-86C3-027DBC446C95}"/>
                </a:ext>
              </a:extLst>
            </p:cNvPr>
            <p:cNvGrpSpPr/>
            <p:nvPr/>
          </p:nvGrpSpPr>
          <p:grpSpPr>
            <a:xfrm>
              <a:off x="6603184" y="4404498"/>
              <a:ext cx="1959913" cy="672335"/>
              <a:chOff x="6373428" y="4509265"/>
              <a:chExt cx="2256356" cy="842178"/>
            </a:xfrm>
            <a:solidFill>
              <a:schemeClr val="bg1"/>
            </a:solidFill>
          </p:grpSpPr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839BAB4F-E324-3732-EA25-27BBC63C106A}"/>
                  </a:ext>
                </a:extLst>
              </p:cNvPr>
              <p:cNvSpPr/>
              <p:nvPr/>
            </p:nvSpPr>
            <p:spPr>
              <a:xfrm>
                <a:off x="6373428" y="4509265"/>
                <a:ext cx="1799159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C4C29A01-0089-B1DA-696C-2382CF3DDBC8}"/>
                  </a:ext>
                </a:extLst>
              </p:cNvPr>
              <p:cNvSpPr/>
              <p:nvPr/>
            </p:nvSpPr>
            <p:spPr>
              <a:xfrm>
                <a:off x="6525826" y="4661665"/>
                <a:ext cx="1799158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94D08DC0-C75A-C3ED-F081-AE3D3A6FF4C4}"/>
                  </a:ext>
                </a:extLst>
              </p:cNvPr>
              <p:cNvSpPr/>
              <p:nvPr/>
            </p:nvSpPr>
            <p:spPr>
              <a:xfrm>
                <a:off x="6678226" y="4814065"/>
                <a:ext cx="1799158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CAC99321-FF45-2DA2-0B67-56F15D0A55D8}"/>
                  </a:ext>
                </a:extLst>
              </p:cNvPr>
              <p:cNvSpPr/>
              <p:nvPr/>
            </p:nvSpPr>
            <p:spPr>
              <a:xfrm>
                <a:off x="6830626" y="4966465"/>
                <a:ext cx="1799158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3A27FE3-7AB0-99FA-CBD6-FFF13672BACA}"/>
                </a:ext>
              </a:extLst>
            </p:cNvPr>
            <p:cNvSpPr/>
            <p:nvPr/>
          </p:nvSpPr>
          <p:spPr>
            <a:xfrm>
              <a:off x="6435506" y="3275286"/>
              <a:ext cx="2356702" cy="21417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4A98C7FE-1606-6030-67DC-696EC62516BD}"/>
                </a:ext>
              </a:extLst>
            </p:cNvPr>
            <p:cNvCxnSpPr>
              <a:cxnSpLocks/>
              <a:stCxn id="110" idx="0"/>
              <a:endCxn id="128" idx="2"/>
            </p:cNvCxnSpPr>
            <p:nvPr/>
          </p:nvCxnSpPr>
          <p:spPr>
            <a:xfrm flipV="1">
              <a:off x="7613857" y="3043698"/>
              <a:ext cx="1" cy="23158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2F8D9103-818E-A4C0-F60F-6CC6EBE1792E}"/>
                </a:ext>
              </a:extLst>
            </p:cNvPr>
            <p:cNvCxnSpPr>
              <a:cxnSpLocks/>
              <a:stCxn id="99" idx="0"/>
            </p:cNvCxnSpPr>
            <p:nvPr/>
          </p:nvCxnSpPr>
          <p:spPr>
            <a:xfrm flipH="1" flipV="1">
              <a:off x="7663234" y="5076834"/>
              <a:ext cx="1" cy="41430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DCD47B9C-B17B-E150-0333-7939C3F25AD1}"/>
                </a:ext>
              </a:extLst>
            </p:cNvPr>
            <p:cNvCxnSpPr/>
            <p:nvPr/>
          </p:nvCxnSpPr>
          <p:spPr>
            <a:xfrm flipV="1">
              <a:off x="7128120" y="4242246"/>
              <a:ext cx="0" cy="162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1B7C87BF-23CC-D49F-C6A1-7FDDC999B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493" y="4242246"/>
              <a:ext cx="0" cy="283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B42DB6F7-9C65-2B6C-16D6-B431B05FA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485" y="4242246"/>
              <a:ext cx="0" cy="4001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0A39C430-BA8B-860A-9818-A5ACD3ED27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559" y="4242246"/>
              <a:ext cx="0" cy="5272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20FE0418-F7A6-B1AC-968A-E00B5BDED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5905" y="3820173"/>
              <a:ext cx="0" cy="181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30247DA6-1E28-9543-1AA3-5BDCE377DE89}"/>
                </a:ext>
              </a:extLst>
            </p:cNvPr>
            <p:cNvCxnSpPr>
              <a:cxnSpLocks/>
              <a:endCxn id="107" idx="3"/>
            </p:cNvCxnSpPr>
            <p:nvPr/>
          </p:nvCxnSpPr>
          <p:spPr>
            <a:xfrm rot="5400000" flipH="1" flipV="1">
              <a:off x="7191210" y="4169321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565953F2-61D8-764B-9B3F-8745DE5FECD8}"/>
                  </a:ext>
                </a:extLst>
              </p:cNvPr>
              <p:cNvSpPr txBox="1"/>
              <p:nvPr/>
            </p:nvSpPr>
            <p:spPr>
              <a:xfrm>
                <a:off x="8733573" y="3267848"/>
                <a:ext cx="3498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565953F2-61D8-764B-9B3F-8745DE5FE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573" y="3267848"/>
                <a:ext cx="349813" cy="276999"/>
              </a:xfrm>
              <a:prstGeom prst="rect">
                <a:avLst/>
              </a:prstGeom>
              <a:blipFill>
                <a:blip r:embed="rId6"/>
                <a:stretch>
                  <a:fillRect r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本框 137">
            <a:extLst>
              <a:ext uri="{FF2B5EF4-FFF2-40B4-BE49-F238E27FC236}">
                <a16:creationId xmlns:a16="http://schemas.microsoft.com/office/drawing/2014/main" id="{81C8A844-55A4-42C6-EAB8-3A85F3C42661}"/>
              </a:ext>
            </a:extLst>
          </p:cNvPr>
          <p:cNvSpPr txBox="1"/>
          <p:nvPr/>
        </p:nvSpPr>
        <p:spPr>
          <a:xfrm>
            <a:off x="672320" y="701134"/>
            <a:ext cx="234396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attention weights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3A9445B-BCC1-486A-B44E-00365A47C1D8}"/>
              </a:ext>
            </a:extLst>
          </p:cNvPr>
          <p:cNvGrpSpPr/>
          <p:nvPr/>
        </p:nvGrpSpPr>
        <p:grpSpPr>
          <a:xfrm>
            <a:off x="9025840" y="3317365"/>
            <a:ext cx="2825619" cy="2512715"/>
            <a:chOff x="9050570" y="3467624"/>
            <a:chExt cx="2825619" cy="2512715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4F97A9D-A1BF-9A81-04C4-0176B87FF534}"/>
                </a:ext>
              </a:extLst>
            </p:cNvPr>
            <p:cNvSpPr/>
            <p:nvPr/>
          </p:nvSpPr>
          <p:spPr>
            <a:xfrm>
              <a:off x="9050570" y="3467624"/>
              <a:ext cx="2825619" cy="2512715"/>
            </a:xfrm>
            <a:prstGeom prst="roundRect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Trustworthy SOH estimation</a:t>
              </a:r>
            </a:p>
            <a:p>
              <a:pPr algn="ctr"/>
              <a:endPara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`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79653F74-2FDA-104A-12EB-2F38FB8B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1015" y="4015912"/>
              <a:ext cx="2224735" cy="1830172"/>
            </a:xfrm>
            <a:prstGeom prst="rect">
              <a:avLst/>
            </a:prstGeom>
          </p:spPr>
        </p:pic>
      </p:grp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993625E4-C4B1-46A1-8168-274FFDE1490E}"/>
              </a:ext>
            </a:extLst>
          </p:cNvPr>
          <p:cNvCxnSpPr>
            <a:cxnSpLocks/>
          </p:cNvCxnSpPr>
          <p:nvPr/>
        </p:nvCxnSpPr>
        <p:spPr>
          <a:xfrm flipH="1" flipV="1">
            <a:off x="9902810" y="1647791"/>
            <a:ext cx="1" cy="189387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D6D2C4D4-1474-4F46-9CA2-897E8AC8CB96}"/>
              </a:ext>
            </a:extLst>
          </p:cNvPr>
          <p:cNvCxnSpPr>
            <a:cxnSpLocks/>
          </p:cNvCxnSpPr>
          <p:nvPr/>
        </p:nvCxnSpPr>
        <p:spPr>
          <a:xfrm flipH="1">
            <a:off x="6926219" y="1332999"/>
            <a:ext cx="1" cy="225252"/>
          </a:xfrm>
          <a:prstGeom prst="line">
            <a:avLst/>
          </a:prstGeom>
          <a:ln w="19050">
            <a:solidFill>
              <a:schemeClr val="tx1"/>
            </a:solidFill>
            <a:headEnd type="triangle" w="med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79DFC8A5-DEEC-4224-B252-8E597D89285D}"/>
                  </a:ext>
                </a:extLst>
              </p:cNvPr>
              <p:cNvSpPr txBox="1"/>
              <p:nvPr/>
            </p:nvSpPr>
            <p:spPr>
              <a:xfrm>
                <a:off x="5896407" y="1037427"/>
                <a:ext cx="3477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79DFC8A5-DEEC-4224-B252-8E597D892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07" y="1037427"/>
                <a:ext cx="347779" cy="276999"/>
              </a:xfrm>
              <a:prstGeom prst="rect">
                <a:avLst/>
              </a:prstGeom>
              <a:blipFill>
                <a:blip r:embed="rId8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0E8C7426-32B4-429D-A9E9-35FD9FE13F42}"/>
              </a:ext>
            </a:extLst>
          </p:cNvPr>
          <p:cNvGrpSpPr/>
          <p:nvPr/>
        </p:nvGrpSpPr>
        <p:grpSpPr>
          <a:xfrm>
            <a:off x="3687471" y="1024801"/>
            <a:ext cx="2249077" cy="954448"/>
            <a:chOff x="1575880" y="648459"/>
            <a:chExt cx="2262229" cy="954448"/>
          </a:xfrm>
        </p:grpSpPr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A0E8C92E-F47B-4111-8F59-828601E27156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185" name="图片 184">
                <a:extLst>
                  <a:ext uri="{FF2B5EF4-FFF2-40B4-BE49-F238E27FC236}">
                    <a16:creationId xmlns:a16="http://schemas.microsoft.com/office/drawing/2014/main" id="{E97F1912-AB78-4187-AA71-815F96D65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186" name="图片 185">
                <a:extLst>
                  <a:ext uri="{FF2B5EF4-FFF2-40B4-BE49-F238E27FC236}">
                    <a16:creationId xmlns:a16="http://schemas.microsoft.com/office/drawing/2014/main" id="{21F57FCF-4F9E-4DC8-A774-2A3960AB34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187" name="图片 186">
                <a:extLst>
                  <a:ext uri="{FF2B5EF4-FFF2-40B4-BE49-F238E27FC236}">
                    <a16:creationId xmlns:a16="http://schemas.microsoft.com/office/drawing/2014/main" id="{E5929236-1416-4635-9BC5-306691382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7B7A49D5-D659-4CD2-BE54-50A887577D14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F744DD20-73E2-48AC-A88D-76D56BD901E1}"/>
                </a:ext>
              </a:extLst>
            </p:cNvPr>
            <p:cNvSpPr txBox="1"/>
            <p:nvPr/>
          </p:nvSpPr>
          <p:spPr>
            <a:xfrm>
              <a:off x="1924017" y="648459"/>
              <a:ext cx="1641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445F178A-3932-464D-8C27-66861144EF95}"/>
              </a:ext>
            </a:extLst>
          </p:cNvPr>
          <p:cNvGrpSpPr/>
          <p:nvPr/>
        </p:nvGrpSpPr>
        <p:grpSpPr>
          <a:xfrm>
            <a:off x="3650811" y="4181012"/>
            <a:ext cx="2262222" cy="1696963"/>
            <a:chOff x="448492" y="3700092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051B1D0F-282B-4149-BC8D-165FD44AC843}"/>
                </a:ext>
              </a:extLst>
            </p:cNvPr>
            <p:cNvGrpSpPr/>
            <p:nvPr/>
          </p:nvGrpSpPr>
          <p:grpSpPr>
            <a:xfrm>
              <a:off x="448492" y="3700092"/>
              <a:ext cx="2262222" cy="1640904"/>
              <a:chOff x="448492" y="3700092"/>
              <a:chExt cx="2262222" cy="1640904"/>
            </a:xfrm>
          </p:grpSpPr>
          <p:sp>
            <p:nvSpPr>
              <p:cNvPr id="180" name="矩形: 圆角 179">
                <a:extLst>
                  <a:ext uri="{FF2B5EF4-FFF2-40B4-BE49-F238E27FC236}">
                    <a16:creationId xmlns:a16="http://schemas.microsoft.com/office/drawing/2014/main" id="{7C66E672-3438-403A-BF6B-6A99FD74057A}"/>
                  </a:ext>
                </a:extLst>
              </p:cNvPr>
              <p:cNvSpPr/>
              <p:nvPr/>
            </p:nvSpPr>
            <p:spPr>
              <a:xfrm>
                <a:off x="448492" y="3700092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81" name="对象 180">
                <a:extLst>
                  <a:ext uri="{FF2B5EF4-FFF2-40B4-BE49-F238E27FC236}">
                    <a16:creationId xmlns:a16="http://schemas.microsoft.com/office/drawing/2014/main" id="{4AA75E09-9E43-4E4E-9445-8C401081EB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8766726"/>
                  </p:ext>
                </p:extLst>
              </p:nvPr>
            </p:nvGraphicFramePr>
            <p:xfrm>
              <a:off x="1829492" y="3738147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660240" imgH="190440" progId="Equation.DSMT4">
                      <p:embed/>
                    </p:oleObj>
                  </mc:Choice>
                  <mc:Fallback>
                    <p:oleObj name="Equation" r:id="rId12" imgW="660240" imgH="190440" progId="Equation.DSMT4">
                      <p:embed/>
                      <p:pic>
                        <p:nvPicPr>
                          <p:cNvPr id="99" name="对象 98">
                            <a:extLst>
                              <a:ext uri="{FF2B5EF4-FFF2-40B4-BE49-F238E27FC236}">
                                <a16:creationId xmlns:a16="http://schemas.microsoft.com/office/drawing/2014/main" id="{E3AC026F-65E0-4ECE-A709-31B7C7F2E9F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1829492" y="3738147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8936B42F-51A5-41AB-9F69-8F809F27CA93}"/>
                </a:ext>
              </a:extLst>
            </p:cNvPr>
            <p:cNvGrpSpPr/>
            <p:nvPr/>
          </p:nvGrpSpPr>
          <p:grpSpPr>
            <a:xfrm>
              <a:off x="590573" y="3874606"/>
              <a:ext cx="1831763" cy="1442008"/>
              <a:chOff x="2131557" y="4246777"/>
              <a:chExt cx="1831763" cy="1442008"/>
            </a:xfrm>
          </p:grpSpPr>
          <p:cxnSp>
            <p:nvCxnSpPr>
              <p:cNvPr id="165" name="直接箭头连接符 164">
                <a:extLst>
                  <a:ext uri="{FF2B5EF4-FFF2-40B4-BE49-F238E27FC236}">
                    <a16:creationId xmlns:a16="http://schemas.microsoft.com/office/drawing/2014/main" id="{4BF6896F-380F-4C47-A800-74009FF88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5690" y="5479292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66" name="直接箭头连接符 165">
                <a:extLst>
                  <a:ext uri="{FF2B5EF4-FFF2-40B4-BE49-F238E27FC236}">
                    <a16:creationId xmlns:a16="http://schemas.microsoft.com/office/drawing/2014/main" id="{E4AFD61F-C922-4886-9392-AA5B45C0FB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8061" y="4389533"/>
                <a:ext cx="0" cy="1190625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1A98FD1B-5368-44DC-858B-58EA7BC62DBD}"/>
                  </a:ext>
                </a:extLst>
              </p:cNvPr>
              <p:cNvSpPr txBox="1"/>
              <p:nvPr/>
            </p:nvSpPr>
            <p:spPr>
              <a:xfrm>
                <a:off x="2618137" y="5473341"/>
                <a:ext cx="1218150" cy="21544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cross-cycle dependencies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1086BF47-C1C0-48CC-A9D4-14B548227443}"/>
                  </a:ext>
                </a:extLst>
              </p:cNvPr>
              <p:cNvSpPr txBox="1"/>
              <p:nvPr/>
            </p:nvSpPr>
            <p:spPr>
              <a:xfrm rot="16200000">
                <a:off x="1593341" y="4784993"/>
                <a:ext cx="1291875" cy="21544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cross-sensor dependencies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9" name="组合 168">
                <a:extLst>
                  <a:ext uri="{FF2B5EF4-FFF2-40B4-BE49-F238E27FC236}">
                    <a16:creationId xmlns:a16="http://schemas.microsoft.com/office/drawing/2014/main" id="{C52778BB-F4B7-4441-A688-5FD3774FB48B}"/>
                  </a:ext>
                </a:extLst>
              </p:cNvPr>
              <p:cNvGrpSpPr/>
              <p:nvPr/>
            </p:nvGrpSpPr>
            <p:grpSpPr>
              <a:xfrm>
                <a:off x="2511008" y="4516296"/>
                <a:ext cx="1452312" cy="952302"/>
                <a:chOff x="1944579" y="4757095"/>
                <a:chExt cx="1452312" cy="952302"/>
              </a:xfrm>
            </p:grpSpPr>
            <p:sp>
              <p:nvSpPr>
                <p:cNvPr id="170" name="矩形: 圆角 169">
                  <a:extLst>
                    <a:ext uri="{FF2B5EF4-FFF2-40B4-BE49-F238E27FC236}">
                      <a16:creationId xmlns:a16="http://schemas.microsoft.com/office/drawing/2014/main" id="{9EE754A3-FDFB-4D4C-B4C9-C223D6F51267}"/>
                    </a:ext>
                  </a:extLst>
                </p:cNvPr>
                <p:cNvSpPr/>
                <p:nvPr/>
              </p:nvSpPr>
              <p:spPr>
                <a:xfrm>
                  <a:off x="2195972" y="4757096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BE0CC713-93FE-4BDA-AA1C-3D7C5B8FFF67}"/>
                    </a:ext>
                  </a:extLst>
                </p:cNvPr>
                <p:cNvSpPr txBox="1"/>
                <p:nvPr/>
              </p:nvSpPr>
              <p:spPr>
                <a:xfrm>
                  <a:off x="2359243" y="4854809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D828739F-1CD6-46BE-8608-90487EE038D3}"/>
                    </a:ext>
                  </a:extLst>
                </p:cNvPr>
                <p:cNvSpPr txBox="1"/>
                <p:nvPr/>
              </p:nvSpPr>
              <p:spPr>
                <a:xfrm>
                  <a:off x="2152652" y="546317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629E14BC-5B97-4371-A0A3-5DAF5AF634B9}"/>
                    </a:ext>
                  </a:extLst>
                </p:cNvPr>
                <p:cNvSpPr txBox="1"/>
                <p:nvPr/>
              </p:nvSpPr>
              <p:spPr>
                <a:xfrm>
                  <a:off x="2675942" y="546317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D5F80ED-2100-4378-9B4D-0040435E172E}"/>
                    </a:ext>
                  </a:extLst>
                </p:cNvPr>
                <p:cNvSpPr txBox="1"/>
                <p:nvPr/>
              </p:nvSpPr>
              <p:spPr>
                <a:xfrm>
                  <a:off x="3200494" y="546317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5" name="矩形: 圆角 174">
                  <a:extLst>
                    <a:ext uri="{FF2B5EF4-FFF2-40B4-BE49-F238E27FC236}">
                      <a16:creationId xmlns:a16="http://schemas.microsoft.com/office/drawing/2014/main" id="{45E3BE2D-DC1F-48B8-8E74-68360A89277A}"/>
                    </a:ext>
                  </a:extLst>
                </p:cNvPr>
                <p:cNvSpPr/>
                <p:nvPr/>
              </p:nvSpPr>
              <p:spPr>
                <a:xfrm>
                  <a:off x="2717556" y="4757095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19AF47AD-4339-4922-AF5B-965D3E6B840F}"/>
                    </a:ext>
                  </a:extLst>
                </p:cNvPr>
                <p:cNvSpPr txBox="1"/>
                <p:nvPr/>
              </p:nvSpPr>
              <p:spPr>
                <a:xfrm>
                  <a:off x="2883943" y="4854813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7" name="矩形: 圆角 176">
                  <a:extLst>
                    <a:ext uri="{FF2B5EF4-FFF2-40B4-BE49-F238E27FC236}">
                      <a16:creationId xmlns:a16="http://schemas.microsoft.com/office/drawing/2014/main" id="{84F0A0B7-A9B0-4B82-B087-1DE7B7BA274A}"/>
                    </a:ext>
                  </a:extLst>
                </p:cNvPr>
                <p:cNvSpPr/>
                <p:nvPr/>
              </p:nvSpPr>
              <p:spPr>
                <a:xfrm>
                  <a:off x="3245372" y="4757471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8" name="矩形: 圆角 177">
                  <a:extLst>
                    <a:ext uri="{FF2B5EF4-FFF2-40B4-BE49-F238E27FC236}">
                      <a16:creationId xmlns:a16="http://schemas.microsoft.com/office/drawing/2014/main" id="{7D404E67-BC7B-4B11-8790-9DF20E3FAB80}"/>
                    </a:ext>
                  </a:extLst>
                </p:cNvPr>
                <p:cNvSpPr/>
                <p:nvPr/>
              </p:nvSpPr>
              <p:spPr>
                <a:xfrm>
                  <a:off x="1985577" y="4757476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24AED9CB-B89A-4BB8-AD98-86A4F2602082}"/>
                    </a:ext>
                  </a:extLst>
                </p:cNvPr>
                <p:cNvSpPr txBox="1"/>
                <p:nvPr/>
              </p:nvSpPr>
              <p:spPr>
                <a:xfrm>
                  <a:off x="1944579" y="5463175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547C40DA-1427-475D-85CD-9C081556D016}"/>
              </a:ext>
            </a:extLst>
          </p:cNvPr>
          <p:cNvGrpSpPr/>
          <p:nvPr/>
        </p:nvGrpSpPr>
        <p:grpSpPr>
          <a:xfrm>
            <a:off x="3688663" y="2842232"/>
            <a:ext cx="2574183" cy="794254"/>
            <a:chOff x="455628" y="2400140"/>
            <a:chExt cx="2574183" cy="794254"/>
          </a:xfrm>
        </p:grpSpPr>
        <p:grpSp>
          <p:nvGrpSpPr>
            <p:cNvPr id="153" name="组合 152">
              <a:extLst>
                <a:ext uri="{FF2B5EF4-FFF2-40B4-BE49-F238E27FC236}">
                  <a16:creationId xmlns:a16="http://schemas.microsoft.com/office/drawing/2014/main" id="{BEE58494-6D5F-41B4-A20C-10A62823DB3B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155" name="矩形: 圆角 154">
                <a:extLst>
                  <a:ext uri="{FF2B5EF4-FFF2-40B4-BE49-F238E27FC236}">
                    <a16:creationId xmlns:a16="http://schemas.microsoft.com/office/drawing/2014/main" id="{1160100A-502F-4A37-9836-444DAE4871B2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solidFill>
                <a:schemeClr val="lt1">
                  <a:alpha val="0"/>
                </a:schemeClr>
              </a:solidFill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</a:t>
                </a:r>
                <a:r>
                  <a:rPr lang="en-US" altLang="zh-CN" sz="1400" b="0" i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feature 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1400" b="0" i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</a:t>
                </a:r>
                <a:endParaRPr lang="en-US" altLang="zh-CN" sz="14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6" name="组合 155">
                <a:extLst>
                  <a:ext uri="{FF2B5EF4-FFF2-40B4-BE49-F238E27FC236}">
                    <a16:creationId xmlns:a16="http://schemas.microsoft.com/office/drawing/2014/main" id="{BDB1DC62-86C6-455B-B125-1F68A1AC2B7D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158" name="矩形: 圆角 157">
                  <a:extLst>
                    <a:ext uri="{FF2B5EF4-FFF2-40B4-BE49-F238E27FC236}">
                      <a16:creationId xmlns:a16="http://schemas.microsoft.com/office/drawing/2014/main" id="{5725CA37-1ED2-4CBF-B2BC-42481FE8365D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A17E1999-DCC2-42D0-9592-2D8963E8E9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96FCEE9B-4801-4E31-BD4F-E3119B07E19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02E94841-88E5-4519-A3CB-EE5E975861D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A4B4A275-1E77-4B75-B33C-E1FAE436934C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1D75349B-8B7D-4ADF-ADA5-F9E03177A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AD259407-61BA-4BBF-A7C5-06B565FC2EA3}"/>
                    </a:ext>
                  </a:extLst>
                </p:cNvPr>
                <p:cNvSpPr txBox="1"/>
                <p:nvPr/>
              </p:nvSpPr>
              <p:spPr>
                <a:xfrm>
                  <a:off x="2679998" y="2400140"/>
                  <a:ext cx="34981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AD259407-61BA-4BBF-A7C5-06B565FC2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9998" y="2400140"/>
                  <a:ext cx="349813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8DF2878F-5FA6-4783-BEDC-834B9B168D20}"/>
              </a:ext>
            </a:extLst>
          </p:cNvPr>
          <p:cNvCxnSpPr>
            <a:cxnSpLocks/>
          </p:cNvCxnSpPr>
          <p:nvPr/>
        </p:nvCxnSpPr>
        <p:spPr>
          <a:xfrm flipH="1">
            <a:off x="4812008" y="4020535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62A71963-1AEC-489A-B273-472BED567005}"/>
              </a:ext>
            </a:extLst>
          </p:cNvPr>
          <p:cNvSpPr/>
          <p:nvPr/>
        </p:nvSpPr>
        <p:spPr>
          <a:xfrm>
            <a:off x="3856096" y="3808539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24DD4238-C591-4FB1-B43C-64ABC4E52581}"/>
              </a:ext>
            </a:extLst>
          </p:cNvPr>
          <p:cNvSpPr/>
          <p:nvPr/>
        </p:nvSpPr>
        <p:spPr>
          <a:xfrm>
            <a:off x="3856096" y="2134806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self-attention</a:t>
            </a: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AC160F8-FAA5-4BEE-9B6E-27F1B399E8CC}"/>
              </a:ext>
            </a:extLst>
          </p:cNvPr>
          <p:cNvSpPr/>
          <p:nvPr/>
        </p:nvSpPr>
        <p:spPr>
          <a:xfrm>
            <a:off x="3857822" y="2514665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FB8FD0CF-451E-4F72-9EDC-842FF099236F}"/>
              </a:ext>
            </a:extLst>
          </p:cNvPr>
          <p:cNvCxnSpPr>
            <a:cxnSpLocks/>
          </p:cNvCxnSpPr>
          <p:nvPr/>
        </p:nvCxnSpPr>
        <p:spPr>
          <a:xfrm flipH="1">
            <a:off x="4805806" y="3632001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57D01E84-F06E-4BDD-A6B9-7E662BF1B327}"/>
              </a:ext>
            </a:extLst>
          </p:cNvPr>
          <p:cNvCxnSpPr>
            <a:cxnSpLocks/>
          </p:cNvCxnSpPr>
          <p:nvPr/>
        </p:nvCxnSpPr>
        <p:spPr>
          <a:xfrm flipH="1">
            <a:off x="4808981" y="2727368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1E1DFA00-9A7E-473A-966C-DD35A57F7FF4}"/>
              </a:ext>
            </a:extLst>
          </p:cNvPr>
          <p:cNvCxnSpPr>
            <a:cxnSpLocks/>
          </p:cNvCxnSpPr>
          <p:nvPr/>
        </p:nvCxnSpPr>
        <p:spPr>
          <a:xfrm flipH="1">
            <a:off x="4808981" y="2343024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B26894F7-F355-472A-88D2-1DD747F82385}"/>
              </a:ext>
            </a:extLst>
          </p:cNvPr>
          <p:cNvCxnSpPr>
            <a:cxnSpLocks/>
          </p:cNvCxnSpPr>
          <p:nvPr/>
        </p:nvCxnSpPr>
        <p:spPr>
          <a:xfrm flipH="1">
            <a:off x="4808981" y="1977007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90AF3FF-CA52-4038-A1E8-AA2790170E54}"/>
              </a:ext>
            </a:extLst>
          </p:cNvPr>
          <p:cNvCxnSpPr>
            <a:cxnSpLocks/>
          </p:cNvCxnSpPr>
          <p:nvPr/>
        </p:nvCxnSpPr>
        <p:spPr>
          <a:xfrm flipH="1" flipV="1">
            <a:off x="3360928" y="1516248"/>
            <a:ext cx="489426" cy="609884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83DF8C3-C536-41F7-BF21-3CF0DF2BD7C3}"/>
              </a:ext>
            </a:extLst>
          </p:cNvPr>
          <p:cNvCxnSpPr/>
          <p:nvPr/>
        </p:nvCxnSpPr>
        <p:spPr>
          <a:xfrm flipH="1">
            <a:off x="3416300" y="2351440"/>
            <a:ext cx="441522" cy="2998214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0FF041F4-24E1-4E96-906F-B2F4DBA51929}"/>
              </a:ext>
            </a:extLst>
          </p:cNvPr>
          <p:cNvCxnSpPr>
            <a:cxnSpLocks/>
            <a:stCxn id="180" idx="3"/>
            <a:endCxn id="99" idx="1"/>
          </p:cNvCxnSpPr>
          <p:nvPr/>
        </p:nvCxnSpPr>
        <p:spPr>
          <a:xfrm>
            <a:off x="5913033" y="5029494"/>
            <a:ext cx="1521240" cy="848482"/>
          </a:xfrm>
          <a:prstGeom prst="bentConnector3">
            <a:avLst>
              <a:gd name="adj1" fmla="val 9927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159DF860-3401-411A-A702-3FDC1972AEAB}"/>
              </a:ext>
            </a:extLst>
          </p:cNvPr>
          <p:cNvCxnSpPr>
            <a:stCxn id="184" idx="0"/>
            <a:endCxn id="55" idx="3"/>
          </p:cNvCxnSpPr>
          <p:nvPr/>
        </p:nvCxnSpPr>
        <p:spPr>
          <a:xfrm rot="16200000" flipH="1">
            <a:off x="7730947" y="-1856495"/>
            <a:ext cx="955374" cy="6717967"/>
          </a:xfrm>
          <a:prstGeom prst="bentConnector4">
            <a:avLst>
              <a:gd name="adj1" fmla="val -29014"/>
              <a:gd name="adj2" fmla="val 106362"/>
            </a:avLst>
          </a:prstGeom>
          <a:ln w="19050">
            <a:solidFill>
              <a:srgbClr val="C00000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8CA7E053-CA63-42C8-99FA-7AFA5443291B}"/>
              </a:ext>
            </a:extLst>
          </p:cNvPr>
          <p:cNvCxnSpPr>
            <a:stCxn id="103" idx="3"/>
            <a:endCxn id="54" idx="1"/>
          </p:cNvCxnSpPr>
          <p:nvPr/>
        </p:nvCxnSpPr>
        <p:spPr>
          <a:xfrm>
            <a:off x="8689974" y="1114528"/>
            <a:ext cx="540567" cy="865647"/>
          </a:xfrm>
          <a:prstGeom prst="bentConnector3">
            <a:avLst>
              <a:gd name="adj1" fmla="val 16496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52FFE24B-F43F-4F50-A964-AA5D5485E1FA}"/>
              </a:ext>
            </a:extLst>
          </p:cNvPr>
          <p:cNvCxnSpPr>
            <a:cxnSpLocks/>
          </p:cNvCxnSpPr>
          <p:nvPr/>
        </p:nvCxnSpPr>
        <p:spPr>
          <a:xfrm>
            <a:off x="10416673" y="2208442"/>
            <a:ext cx="1" cy="356908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5C9CF184-46D5-441B-A151-F8443E0E60E9}"/>
              </a:ext>
            </a:extLst>
          </p:cNvPr>
          <p:cNvCxnSpPr>
            <a:cxnSpLocks/>
          </p:cNvCxnSpPr>
          <p:nvPr/>
        </p:nvCxnSpPr>
        <p:spPr>
          <a:xfrm>
            <a:off x="10423784" y="2961060"/>
            <a:ext cx="1" cy="356908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30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F2D53FF0-0139-FE7D-E2B2-C235B2656468}"/>
              </a:ext>
            </a:extLst>
          </p:cNvPr>
          <p:cNvSpPr/>
          <p:nvPr/>
        </p:nvSpPr>
        <p:spPr>
          <a:xfrm>
            <a:off x="9775076" y="1918437"/>
            <a:ext cx="1927365" cy="500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D612850-D5F2-AD5C-90B0-7952AF8B5784}"/>
              </a:ext>
            </a:extLst>
          </p:cNvPr>
          <p:cNvSpPr/>
          <p:nvPr/>
        </p:nvSpPr>
        <p:spPr>
          <a:xfrm>
            <a:off x="9761345" y="3413143"/>
            <a:ext cx="1927365" cy="2040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1DD679-0D26-DF2E-1FD4-B4F3E2BC363F}"/>
              </a:ext>
            </a:extLst>
          </p:cNvPr>
          <p:cNvGrpSpPr/>
          <p:nvPr/>
        </p:nvGrpSpPr>
        <p:grpSpPr>
          <a:xfrm>
            <a:off x="9613881" y="859799"/>
            <a:ext cx="2262229" cy="926001"/>
            <a:chOff x="1575880" y="676906"/>
            <a:chExt cx="2262229" cy="926001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055DA67-A204-0492-C711-5502B07C4627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931D5509-76A2-643D-BB81-B7F9D03C7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5EF4BFDE-C164-4D69-EE35-8556C26B6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A413A472-333C-75C7-3F96-663DC59A2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44923B12-30F5-1410-90A9-F716AB913086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8CAB548-9CA6-7279-4546-CA946105EBE9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9349584-B595-79DE-FE67-E8E098879191}"/>
              </a:ext>
            </a:extLst>
          </p:cNvPr>
          <p:cNvGrpSpPr/>
          <p:nvPr/>
        </p:nvGrpSpPr>
        <p:grpSpPr>
          <a:xfrm>
            <a:off x="9613881" y="2541365"/>
            <a:ext cx="2262229" cy="742595"/>
            <a:chOff x="6096000" y="2096865"/>
            <a:chExt cx="2262229" cy="742595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C2DBF35-4D31-94D3-D5BB-263A3A8CE850}"/>
                </a:ext>
              </a:extLst>
            </p:cNvPr>
            <p:cNvSpPr/>
            <p:nvPr/>
          </p:nvSpPr>
          <p:spPr>
            <a:xfrm>
              <a:off x="6096000" y="2096865"/>
              <a:ext cx="2262229" cy="742595"/>
            </a:xfrm>
            <a:prstGeom prst="roundRect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</a:t>
              </a:r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onvolved 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eature Map </a:t>
              </a:r>
            </a:p>
            <a:p>
              <a:pPr algn="ctr"/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Containing 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Information</a:t>
              </a:r>
            </a:p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48F6592-9ED6-7F42-104E-323A7E805EB4}"/>
                </a:ext>
              </a:extLst>
            </p:cNvPr>
            <p:cNvGrpSpPr/>
            <p:nvPr/>
          </p:nvGrpSpPr>
          <p:grpSpPr>
            <a:xfrm>
              <a:off x="6602310" y="2371013"/>
              <a:ext cx="1209675" cy="369332"/>
              <a:chOff x="4443015" y="2106097"/>
              <a:chExt cx="1209675" cy="369332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9E027D9-8C41-F417-CCC5-BF1F30A66927}"/>
                  </a:ext>
                </a:extLst>
              </p:cNvPr>
              <p:cNvSpPr/>
              <p:nvPr/>
            </p:nvSpPr>
            <p:spPr>
              <a:xfrm>
                <a:off x="4443015" y="2291885"/>
                <a:ext cx="1209675" cy="13335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732FDCD7-4B7B-4E4F-D923-3DA4ED3535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60095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C99BEC87-5657-C74E-8E81-F32D342223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23663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2283A05A-B479-92CC-B2D6-78EFEBEAA2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70526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7A8FA47-8978-05F6-68F1-B0D918B273F9}"/>
                  </a:ext>
                </a:extLst>
              </p:cNvPr>
              <p:cNvSpPr txBox="1"/>
              <p:nvPr/>
            </p:nvSpPr>
            <p:spPr>
              <a:xfrm>
                <a:off x="5047853" y="2106097"/>
                <a:ext cx="330199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67CA1AF-3DB6-AFC4-6B76-4CA2A1233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39027" y="2589017"/>
              <a:ext cx="68149" cy="6891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538EE2E-55D7-7C23-8829-5EA50F728E10}"/>
              </a:ext>
            </a:extLst>
          </p:cNvPr>
          <p:cNvSpPr/>
          <p:nvPr/>
        </p:nvSpPr>
        <p:spPr>
          <a:xfrm>
            <a:off x="9613888" y="3743896"/>
            <a:ext cx="2262222" cy="1640904"/>
          </a:xfrm>
          <a:prstGeom prst="round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Feature Map</a:t>
            </a: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6EB9324-F9E6-44DD-A7DB-154757BDBF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707289"/>
              </p:ext>
            </p:extLst>
          </p:nvPr>
        </p:nvGraphicFramePr>
        <p:xfrm>
          <a:off x="10791814" y="3793318"/>
          <a:ext cx="673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190440" progId="Equation.DSMT4">
                  <p:embed/>
                </p:oleObj>
              </mc:Choice>
              <mc:Fallback>
                <p:oleObj name="Equation" r:id="rId5" imgW="67284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91814" y="3793318"/>
                        <a:ext cx="673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578965F1-61AF-3251-0582-7AEB58C978A8}"/>
              </a:ext>
            </a:extLst>
          </p:cNvPr>
          <p:cNvGrpSpPr/>
          <p:nvPr/>
        </p:nvGrpSpPr>
        <p:grpSpPr>
          <a:xfrm>
            <a:off x="9713179" y="4085965"/>
            <a:ext cx="1823755" cy="1298835"/>
            <a:chOff x="2088767" y="4414333"/>
            <a:chExt cx="1823755" cy="1298835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261473D-3C8B-09EB-94A0-F9C83591024B}"/>
                </a:ext>
              </a:extLst>
            </p:cNvPr>
            <p:cNvCxnSpPr>
              <a:cxnSpLocks/>
            </p:cNvCxnSpPr>
            <p:nvPr/>
          </p:nvCxnSpPr>
          <p:spPr>
            <a:xfrm>
              <a:off x="2501208" y="5433844"/>
              <a:ext cx="1411314" cy="0"/>
            </a:xfrm>
            <a:prstGeom prst="straightConnector1">
              <a:avLst/>
            </a:prstGeom>
            <a:ln>
              <a:headEnd w="med" len="lg"/>
              <a:tailEnd type="stealth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49352F8-D666-E09A-6B07-5A0AAA61D47E}"/>
                </a:ext>
              </a:extLst>
            </p:cNvPr>
            <p:cNvCxnSpPr>
              <a:cxnSpLocks/>
            </p:cNvCxnSpPr>
            <p:nvPr/>
          </p:nvCxnSpPr>
          <p:spPr>
            <a:xfrm>
              <a:off x="2360271" y="4414333"/>
              <a:ext cx="0" cy="1016859"/>
            </a:xfrm>
            <a:prstGeom prst="straightConnector1">
              <a:avLst/>
            </a:prstGeom>
            <a:ln>
              <a:tailEnd type="stealth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8EE867A-5038-EECC-EF4B-7D9849A42DB9}"/>
                </a:ext>
              </a:extLst>
            </p:cNvPr>
            <p:cNvSpPr txBox="1"/>
            <p:nvPr/>
          </p:nvSpPr>
          <p:spPr>
            <a:xfrm>
              <a:off x="2836137" y="5466947"/>
              <a:ext cx="700458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7C79E6B-00E1-75ED-176D-65007F7EE055}"/>
                </a:ext>
              </a:extLst>
            </p:cNvPr>
            <p:cNvSpPr txBox="1"/>
            <p:nvPr/>
          </p:nvSpPr>
          <p:spPr>
            <a:xfrm rot="16200000">
              <a:off x="1933237" y="4859569"/>
              <a:ext cx="557282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F6C432B-C1A3-7C29-D56A-C988DF4E1039}"/>
                </a:ext>
              </a:extLst>
            </p:cNvPr>
            <p:cNvGrpSpPr/>
            <p:nvPr/>
          </p:nvGrpSpPr>
          <p:grpSpPr>
            <a:xfrm>
              <a:off x="2460210" y="4414333"/>
              <a:ext cx="1452312" cy="951926"/>
              <a:chOff x="1893781" y="4655132"/>
              <a:chExt cx="1452312" cy="951926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2E8B839-F6F2-857C-3AC7-BA6AC69A4401}"/>
                  </a:ext>
                </a:extLst>
              </p:cNvPr>
              <p:cNvSpPr/>
              <p:nvPr/>
            </p:nvSpPr>
            <p:spPr>
              <a:xfrm>
                <a:off x="2145174" y="466090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6676656-FD56-A9D7-B8E8-E4067B6A3DAF}"/>
                  </a:ext>
                </a:extLst>
              </p:cNvPr>
              <p:cNvSpPr txBox="1"/>
              <p:nvPr/>
            </p:nvSpPr>
            <p:spPr>
              <a:xfrm>
                <a:off x="2308445" y="4752476"/>
                <a:ext cx="304800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A6109DF-25C1-89B4-B418-3CDBB200B68F}"/>
                  </a:ext>
                </a:extLst>
              </p:cNvPr>
              <p:cNvSpPr txBox="1"/>
              <p:nvPr/>
            </p:nvSpPr>
            <p:spPr>
              <a:xfrm>
                <a:off x="2101854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B1AA002-E42B-4161-BA58-3A7B48562B61}"/>
                  </a:ext>
                </a:extLst>
              </p:cNvPr>
              <p:cNvSpPr txBox="1"/>
              <p:nvPr/>
            </p:nvSpPr>
            <p:spPr>
              <a:xfrm>
                <a:off x="2625144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E133F63-83A4-AC79-6553-B4975BC353AA}"/>
                  </a:ext>
                </a:extLst>
              </p:cNvPr>
              <p:cNvSpPr txBox="1"/>
              <p:nvPr/>
            </p:nvSpPr>
            <p:spPr>
              <a:xfrm>
                <a:off x="3149696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A972AB76-D356-14EE-C1CD-897724857E83}"/>
                  </a:ext>
                </a:extLst>
              </p:cNvPr>
              <p:cNvSpPr/>
              <p:nvPr/>
            </p:nvSpPr>
            <p:spPr>
              <a:xfrm>
                <a:off x="2666758" y="466090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16D9D9C-9099-5B6A-A83C-24F2D7ED6AD1}"/>
                  </a:ext>
                </a:extLst>
              </p:cNvPr>
              <p:cNvSpPr txBox="1"/>
              <p:nvPr/>
            </p:nvSpPr>
            <p:spPr>
              <a:xfrm>
                <a:off x="2833145" y="4752476"/>
                <a:ext cx="304800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8B409FC-AC6F-3F58-B944-264EEFE0DF54}"/>
                  </a:ext>
                </a:extLst>
              </p:cNvPr>
              <p:cNvSpPr/>
              <p:nvPr/>
            </p:nvSpPr>
            <p:spPr>
              <a:xfrm>
                <a:off x="3194574" y="4655132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D48EEDD-E635-A757-6439-ACDE710553C2}"/>
                  </a:ext>
                </a:extLst>
              </p:cNvPr>
              <p:cNvSpPr/>
              <p:nvPr/>
            </p:nvSpPr>
            <p:spPr>
              <a:xfrm>
                <a:off x="1934779" y="466127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9D60FA8-7864-BEEB-99FF-2F87FE21A022}"/>
                  </a:ext>
                </a:extLst>
              </p:cNvPr>
              <p:cNvSpPr txBox="1"/>
              <p:nvPr/>
            </p:nvSpPr>
            <p:spPr>
              <a:xfrm>
                <a:off x="1893781" y="5360836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1B0AB6-8872-2A73-A26C-0CBF3E57B629}"/>
                  </a:ext>
                </a:extLst>
              </p:cNvPr>
              <p:cNvSpPr txBox="1"/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1B0AB6-8872-2A73-A26C-0CBF3E57B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ED9A42B5-F46F-074E-533E-BB632478BD7E}"/>
              </a:ext>
            </a:extLst>
          </p:cNvPr>
          <p:cNvGrpSpPr/>
          <p:nvPr/>
        </p:nvGrpSpPr>
        <p:grpSpPr>
          <a:xfrm>
            <a:off x="448485" y="815996"/>
            <a:ext cx="2262229" cy="926001"/>
            <a:chOff x="1575880" y="676906"/>
            <a:chExt cx="2262229" cy="92600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DD48668-EE7A-F768-4671-9A5E4045865F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96C68531-D595-8185-88CD-D7BD901E5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A0BF964-72E6-41FC-E20F-3D86B89DB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FC7967A-7762-EB4A-A324-14E84500C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650D80D-1AB9-9D49-CA40-92004E58D161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E820D1B-E37C-1982-EC33-E0476D1BD027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9F46B2B-5936-D988-AA5D-B3765A3752D4}"/>
              </a:ext>
            </a:extLst>
          </p:cNvPr>
          <p:cNvGrpSpPr/>
          <p:nvPr/>
        </p:nvGrpSpPr>
        <p:grpSpPr>
          <a:xfrm>
            <a:off x="448492" y="4051883"/>
            <a:ext cx="2262222" cy="1640904"/>
            <a:chOff x="448492" y="3700093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130354A-8C2B-B6F6-0B19-310D46BBA55B}"/>
                </a:ext>
              </a:extLst>
            </p:cNvPr>
            <p:cNvGrpSpPr/>
            <p:nvPr/>
          </p:nvGrpSpPr>
          <p:grpSpPr>
            <a:xfrm>
              <a:off x="448492" y="3700093"/>
              <a:ext cx="2262222" cy="1640904"/>
              <a:chOff x="448492" y="3700093"/>
              <a:chExt cx="2262222" cy="1640904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F7FFEB68-4310-E6ED-A79C-9A9F5B454F79}"/>
                  </a:ext>
                </a:extLst>
              </p:cNvPr>
              <p:cNvSpPr/>
              <p:nvPr/>
            </p:nvSpPr>
            <p:spPr>
              <a:xfrm>
                <a:off x="448492" y="3700093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5" name="对象 64">
                <a:extLst>
                  <a:ext uri="{FF2B5EF4-FFF2-40B4-BE49-F238E27FC236}">
                    <a16:creationId xmlns:a16="http://schemas.microsoft.com/office/drawing/2014/main" id="{58D853A8-51B2-852E-C58A-DD598F698D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7568530"/>
                  </p:ext>
                </p:extLst>
              </p:nvPr>
            </p:nvGraphicFramePr>
            <p:xfrm>
              <a:off x="1633538" y="3749675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660240" imgH="190440" progId="Equation.DSMT4">
                      <p:embed/>
                    </p:oleObj>
                  </mc:Choice>
                  <mc:Fallback>
                    <p:oleObj name="Equation" r:id="rId9" imgW="660240" imgH="19044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58D853A8-51B2-852E-C58A-DD598F698D2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633538" y="3749675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B7B6ED7-CB58-639A-A0AA-4F0062C58763}"/>
                </a:ext>
              </a:extLst>
            </p:cNvPr>
            <p:cNvGrpSpPr/>
            <p:nvPr/>
          </p:nvGrpSpPr>
          <p:grpSpPr>
            <a:xfrm>
              <a:off x="547783" y="4041792"/>
              <a:ext cx="1823755" cy="1299205"/>
              <a:chOff x="2088767" y="4413963"/>
              <a:chExt cx="1823755" cy="1299205"/>
            </a:xfrm>
          </p:grpSpPr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CD421D64-AB2B-0931-EDE7-5DCF5E4E45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08" y="5433844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A81140CD-58DB-3C02-831C-FBB69E4667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271" y="4414333"/>
                <a:ext cx="0" cy="1016859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F2C8FDE-2666-D246-C558-6461399AAD3E}"/>
                  </a:ext>
                </a:extLst>
              </p:cNvPr>
              <p:cNvSpPr txBox="1"/>
              <p:nvPr/>
            </p:nvSpPr>
            <p:spPr>
              <a:xfrm>
                <a:off x="2836137" y="5466947"/>
                <a:ext cx="700458" cy="2462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CAB9CC5-9BFC-F326-254B-6A92C75A5626}"/>
                  </a:ext>
                </a:extLst>
              </p:cNvPr>
              <p:cNvSpPr txBox="1"/>
              <p:nvPr/>
            </p:nvSpPr>
            <p:spPr>
              <a:xfrm rot="16200000">
                <a:off x="1933237" y="4859569"/>
                <a:ext cx="557282" cy="24622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FA7D180E-0964-C430-F225-630A3C45BDDC}"/>
                  </a:ext>
                </a:extLst>
              </p:cNvPr>
              <p:cNvGrpSpPr/>
              <p:nvPr/>
            </p:nvGrpSpPr>
            <p:grpSpPr>
              <a:xfrm>
                <a:off x="2460210" y="4413963"/>
                <a:ext cx="1452312" cy="952296"/>
                <a:chOff x="1893781" y="4654762"/>
                <a:chExt cx="1452312" cy="952296"/>
              </a:xfrm>
            </p:grpSpPr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118303F4-C4EA-4F01-3B32-4A1FB4050883}"/>
                    </a:ext>
                  </a:extLst>
                </p:cNvPr>
                <p:cNvSpPr/>
                <p:nvPr/>
              </p:nvSpPr>
              <p:spPr>
                <a:xfrm>
                  <a:off x="2145174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DD5A303-0EE1-2B61-C57E-73F9B392E98D}"/>
                    </a:ext>
                  </a:extLst>
                </p:cNvPr>
                <p:cNvSpPr txBox="1"/>
                <p:nvPr/>
              </p:nvSpPr>
              <p:spPr>
                <a:xfrm>
                  <a:off x="23084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925357E-B3E6-D73E-17E2-DB42CE008B0B}"/>
                    </a:ext>
                  </a:extLst>
                </p:cNvPr>
                <p:cNvSpPr txBox="1"/>
                <p:nvPr/>
              </p:nvSpPr>
              <p:spPr>
                <a:xfrm>
                  <a:off x="210185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9D9F405-508E-2366-6458-E5BBE0D6392A}"/>
                    </a:ext>
                  </a:extLst>
                </p:cNvPr>
                <p:cNvSpPr txBox="1"/>
                <p:nvPr/>
              </p:nvSpPr>
              <p:spPr>
                <a:xfrm>
                  <a:off x="262514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5CE8289-0AF8-341C-83D5-6C3282943EFE}"/>
                    </a:ext>
                  </a:extLst>
                </p:cNvPr>
                <p:cNvSpPr txBox="1"/>
                <p:nvPr/>
              </p:nvSpPr>
              <p:spPr>
                <a:xfrm>
                  <a:off x="3149696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矩形: 圆角 58">
                  <a:extLst>
                    <a:ext uri="{FF2B5EF4-FFF2-40B4-BE49-F238E27FC236}">
                      <a16:creationId xmlns:a16="http://schemas.microsoft.com/office/drawing/2014/main" id="{B8C47BF6-986F-6B64-1A85-E2F8E1185C52}"/>
                    </a:ext>
                  </a:extLst>
                </p:cNvPr>
                <p:cNvSpPr/>
                <p:nvPr/>
              </p:nvSpPr>
              <p:spPr>
                <a:xfrm>
                  <a:off x="2666758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484E0D7-5C2F-3FA7-F866-6908FB7F96A5}"/>
                    </a:ext>
                  </a:extLst>
                </p:cNvPr>
                <p:cNvSpPr txBox="1"/>
                <p:nvPr/>
              </p:nvSpPr>
              <p:spPr>
                <a:xfrm>
                  <a:off x="28331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AD08FD86-D7BB-EF12-4796-FFF788A6C583}"/>
                    </a:ext>
                  </a:extLst>
                </p:cNvPr>
                <p:cNvSpPr/>
                <p:nvPr/>
              </p:nvSpPr>
              <p:spPr>
                <a:xfrm>
                  <a:off x="3194574" y="4655132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2CA17C17-BA48-4B51-790C-3A01B7F74D92}"/>
                    </a:ext>
                  </a:extLst>
                </p:cNvPr>
                <p:cNvSpPr/>
                <p:nvPr/>
              </p:nvSpPr>
              <p:spPr>
                <a:xfrm>
                  <a:off x="1934779" y="465513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A1038D70-574A-DAED-80C0-ECC55D7C8C71}"/>
                    </a:ext>
                  </a:extLst>
                </p:cNvPr>
                <p:cNvSpPr txBox="1"/>
                <p:nvPr/>
              </p:nvSpPr>
              <p:spPr>
                <a:xfrm>
                  <a:off x="1893781" y="536083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00B2C84-A9C0-69FB-A1F4-58612905A1D8}"/>
              </a:ext>
            </a:extLst>
          </p:cNvPr>
          <p:cNvGrpSpPr/>
          <p:nvPr/>
        </p:nvGrpSpPr>
        <p:grpSpPr>
          <a:xfrm>
            <a:off x="455628" y="2674049"/>
            <a:ext cx="2264970" cy="742595"/>
            <a:chOff x="455628" y="2451799"/>
            <a:chExt cx="2264970" cy="742595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DFDC8EF5-4B4C-BBC5-F073-D40D2E680FB3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B996CA81-275A-D9A7-3F2D-931446123FD9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 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eature Map </a:t>
                </a:r>
              </a:p>
              <a:p>
                <a:pPr algn="ctr"/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Containing 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Information</a:t>
                </a: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ED100A54-9D65-F66C-5A7F-259484945963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D11E3FAE-8FA7-5768-6A43-B6D43B7928F1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72">
                  <a:extLst>
                    <a:ext uri="{FF2B5EF4-FFF2-40B4-BE49-F238E27FC236}">
                      <a16:creationId xmlns:a16="http://schemas.microsoft.com/office/drawing/2014/main" id="{3003C8A1-FF19-2274-23EE-B776EB80B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4830637C-28A0-6944-D96F-715A38E6F1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547F3CE8-C3A2-F57C-3596-F7F6E094ED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49AC94F-AA52-4B2A-364D-E934A1C3A1D2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B4D3FC37-0010-91A3-FB28-BD25429BC4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E1C2D7B-21D6-2C44-EF6F-DD294DB0FA7A}"/>
                    </a:ext>
                  </a:extLst>
                </p:cNvPr>
                <p:cNvSpPr txBox="1"/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2C605E31-37DB-8A70-D5B0-6C1B4722D38A}"/>
              </a:ext>
            </a:extLst>
          </p:cNvPr>
          <p:cNvCxnSpPr>
            <a:cxnSpLocks/>
          </p:cNvCxnSpPr>
          <p:nvPr/>
        </p:nvCxnSpPr>
        <p:spPr>
          <a:xfrm>
            <a:off x="1579599" y="1741965"/>
            <a:ext cx="3954" cy="228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E03B825-B201-C99A-167B-46CEC7238997}"/>
              </a:ext>
            </a:extLst>
          </p:cNvPr>
          <p:cNvCxnSpPr>
            <a:cxnSpLocks/>
          </p:cNvCxnSpPr>
          <p:nvPr/>
        </p:nvCxnSpPr>
        <p:spPr>
          <a:xfrm>
            <a:off x="1585177" y="2456888"/>
            <a:ext cx="0" cy="216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AFA9F70-A22D-B668-3FDF-4FB7CC8FC92E}"/>
              </a:ext>
            </a:extLst>
          </p:cNvPr>
          <p:cNvCxnSpPr>
            <a:cxnSpLocks/>
          </p:cNvCxnSpPr>
          <p:nvPr/>
        </p:nvCxnSpPr>
        <p:spPr>
          <a:xfrm>
            <a:off x="1586407" y="3856346"/>
            <a:ext cx="0" cy="1884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DD563452-4D5B-CB83-1F9D-E9FD7AD22CA9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1583981" y="3416644"/>
            <a:ext cx="2762" cy="2301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9D4EC9B-3C9A-93CD-3754-431B361909F1}"/>
              </a:ext>
            </a:extLst>
          </p:cNvPr>
          <p:cNvSpPr/>
          <p:nvPr/>
        </p:nvSpPr>
        <p:spPr>
          <a:xfrm>
            <a:off x="653779" y="3646552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57CC1BCB-B356-BF35-8245-803F5A6711FC}"/>
              </a:ext>
            </a:extLst>
          </p:cNvPr>
          <p:cNvSpPr/>
          <p:nvPr/>
        </p:nvSpPr>
        <p:spPr>
          <a:xfrm>
            <a:off x="609679" y="1967834"/>
            <a:ext cx="1927365" cy="500469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 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01ECAC6A-26FD-474E-A5D5-C001F0BADB0E}"/>
                  </a:ext>
                </a:extLst>
              </p:cNvPr>
              <p:cNvSpPr txBox="1"/>
              <p:nvPr/>
            </p:nvSpPr>
            <p:spPr>
              <a:xfrm>
                <a:off x="7212591" y="975076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01ECAC6A-26FD-474E-A5D5-C001F0BAD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591" y="975076"/>
                <a:ext cx="349813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组合 83">
            <a:extLst>
              <a:ext uri="{FF2B5EF4-FFF2-40B4-BE49-F238E27FC236}">
                <a16:creationId xmlns:a16="http://schemas.microsoft.com/office/drawing/2014/main" id="{2C906480-441D-40A6-B376-E45BBE82AE0E}"/>
              </a:ext>
            </a:extLst>
          </p:cNvPr>
          <p:cNvGrpSpPr/>
          <p:nvPr/>
        </p:nvGrpSpPr>
        <p:grpSpPr>
          <a:xfrm>
            <a:off x="5305416" y="968396"/>
            <a:ext cx="2262229" cy="926001"/>
            <a:chOff x="1575880" y="676906"/>
            <a:chExt cx="2262229" cy="926001"/>
          </a:xfrm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FDA4F2D5-10AC-41D9-927D-76F6AAEC59A6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88" name="图片 87">
                <a:extLst>
                  <a:ext uri="{FF2B5EF4-FFF2-40B4-BE49-F238E27FC236}">
                    <a16:creationId xmlns:a16="http://schemas.microsoft.com/office/drawing/2014/main" id="{83D182E1-1EFD-4AB1-809B-E1FED33585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3BB2D3BE-D317-48E9-BAFC-2D5F697B44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90" name="图片 89">
                <a:extLst>
                  <a:ext uri="{FF2B5EF4-FFF2-40B4-BE49-F238E27FC236}">
                    <a16:creationId xmlns:a16="http://schemas.microsoft.com/office/drawing/2014/main" id="{192839E6-7C1C-4494-BBFD-9ADA88EBE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4AD685E7-2A3F-4D5A-B6D5-79F991EB4675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8E0E143-5B86-4B64-8559-E2BAB129B925}"/>
                </a:ext>
              </a:extLst>
            </p:cNvPr>
            <p:cNvSpPr txBox="1"/>
            <p:nvPr/>
          </p:nvSpPr>
          <p:spPr>
            <a:xfrm>
              <a:off x="1662095" y="687931"/>
              <a:ext cx="1641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6C8B3D35-2AB8-488E-9192-9744BAD7AFCC}"/>
              </a:ext>
            </a:extLst>
          </p:cNvPr>
          <p:cNvGrpSpPr/>
          <p:nvPr/>
        </p:nvGrpSpPr>
        <p:grpSpPr>
          <a:xfrm>
            <a:off x="5305423" y="4204283"/>
            <a:ext cx="2262222" cy="1640904"/>
            <a:chOff x="448492" y="3700093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E6C5DF43-D015-45A0-9653-E64ACDA615E6}"/>
                </a:ext>
              </a:extLst>
            </p:cNvPr>
            <p:cNvGrpSpPr/>
            <p:nvPr/>
          </p:nvGrpSpPr>
          <p:grpSpPr>
            <a:xfrm>
              <a:off x="448492" y="3700093"/>
              <a:ext cx="2262222" cy="1640904"/>
              <a:chOff x="448492" y="3700093"/>
              <a:chExt cx="2262222" cy="1640904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E3B0ED69-88E3-4785-8072-DC4378C65DDC}"/>
                  </a:ext>
                </a:extLst>
              </p:cNvPr>
              <p:cNvSpPr/>
              <p:nvPr/>
            </p:nvSpPr>
            <p:spPr>
              <a:xfrm>
                <a:off x="448492" y="3700093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14" name="对象 113">
                <a:extLst>
                  <a:ext uri="{FF2B5EF4-FFF2-40B4-BE49-F238E27FC236}">
                    <a16:creationId xmlns:a16="http://schemas.microsoft.com/office/drawing/2014/main" id="{D21AB3CA-0A07-42A6-A2CC-34A33D264C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5570545"/>
                  </p:ext>
                </p:extLst>
              </p:nvPr>
            </p:nvGraphicFramePr>
            <p:xfrm>
              <a:off x="1633538" y="3749675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660240" imgH="190440" progId="Equation.DSMT4">
                      <p:embed/>
                    </p:oleObj>
                  </mc:Choice>
                  <mc:Fallback>
                    <p:oleObj name="Equation" r:id="rId9" imgW="660240" imgH="190440" progId="Equation.DSMT4">
                      <p:embed/>
                      <p:pic>
                        <p:nvPicPr>
                          <p:cNvPr id="65" name="对象 64">
                            <a:extLst>
                              <a:ext uri="{FF2B5EF4-FFF2-40B4-BE49-F238E27FC236}">
                                <a16:creationId xmlns:a16="http://schemas.microsoft.com/office/drawing/2014/main" id="{58D853A8-51B2-852E-C58A-DD598F698D2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633538" y="3749675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2844E2F1-69C5-4E31-A632-F551D97593E2}"/>
                </a:ext>
              </a:extLst>
            </p:cNvPr>
            <p:cNvGrpSpPr/>
            <p:nvPr/>
          </p:nvGrpSpPr>
          <p:grpSpPr>
            <a:xfrm>
              <a:off x="627700" y="3904652"/>
              <a:ext cx="1743838" cy="1325489"/>
              <a:chOff x="2168684" y="4276823"/>
              <a:chExt cx="1743838" cy="1325489"/>
            </a:xfrm>
          </p:grpSpPr>
          <p:cxnSp>
            <p:nvCxnSpPr>
              <p:cNvPr id="98" name="直接箭头连接符 97">
                <a:extLst>
                  <a:ext uri="{FF2B5EF4-FFF2-40B4-BE49-F238E27FC236}">
                    <a16:creationId xmlns:a16="http://schemas.microsoft.com/office/drawing/2014/main" id="{82DD45E5-CBCC-4375-BB59-C314CEE75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08" y="5433844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DC2F0072-A979-4C55-8701-47101D027A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271" y="4414333"/>
                <a:ext cx="0" cy="1016859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0D0057D1-1F96-4B86-BD59-0B74001ED754}"/>
                  </a:ext>
                </a:extLst>
              </p:cNvPr>
              <p:cNvSpPr txBox="1"/>
              <p:nvPr/>
            </p:nvSpPr>
            <p:spPr>
              <a:xfrm>
                <a:off x="2565447" y="5386868"/>
                <a:ext cx="1218150" cy="21544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cross-cycle dependencies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6676F962-6DF9-47A2-8259-60E1CC14D4BA}"/>
                  </a:ext>
                </a:extLst>
              </p:cNvPr>
              <p:cNvSpPr txBox="1"/>
              <p:nvPr/>
            </p:nvSpPr>
            <p:spPr>
              <a:xfrm rot="16200000">
                <a:off x="1630468" y="4815039"/>
                <a:ext cx="1291875" cy="2154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cross-sensor dependencies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77036E4D-B22C-4595-95AD-B47B67090E49}"/>
                  </a:ext>
                </a:extLst>
              </p:cNvPr>
              <p:cNvGrpSpPr/>
              <p:nvPr/>
            </p:nvGrpSpPr>
            <p:grpSpPr>
              <a:xfrm>
                <a:off x="2460210" y="4413963"/>
                <a:ext cx="1452312" cy="952296"/>
                <a:chOff x="1893781" y="4654762"/>
                <a:chExt cx="1452312" cy="952296"/>
              </a:xfrm>
            </p:grpSpPr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B227E612-2AA2-482E-A850-A7A08B8C875C}"/>
                    </a:ext>
                  </a:extLst>
                </p:cNvPr>
                <p:cNvSpPr/>
                <p:nvPr/>
              </p:nvSpPr>
              <p:spPr>
                <a:xfrm>
                  <a:off x="2145174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6F76866-98D8-4288-9230-8A499FBCDD89}"/>
                    </a:ext>
                  </a:extLst>
                </p:cNvPr>
                <p:cNvSpPr txBox="1"/>
                <p:nvPr/>
              </p:nvSpPr>
              <p:spPr>
                <a:xfrm>
                  <a:off x="23084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E40B6A8-1F78-453C-B7D2-5149B2AA887A}"/>
                    </a:ext>
                  </a:extLst>
                </p:cNvPr>
                <p:cNvSpPr txBox="1"/>
                <p:nvPr/>
              </p:nvSpPr>
              <p:spPr>
                <a:xfrm>
                  <a:off x="210185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87F74E47-C652-4A86-8EE1-D25F95F6658D}"/>
                    </a:ext>
                  </a:extLst>
                </p:cNvPr>
                <p:cNvSpPr txBox="1"/>
                <p:nvPr/>
              </p:nvSpPr>
              <p:spPr>
                <a:xfrm>
                  <a:off x="262514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EEE8FB7E-4550-4FBC-898E-076FC1E5F48F}"/>
                    </a:ext>
                  </a:extLst>
                </p:cNvPr>
                <p:cNvSpPr txBox="1"/>
                <p:nvPr/>
              </p:nvSpPr>
              <p:spPr>
                <a:xfrm>
                  <a:off x="3149696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矩形: 圆角 107">
                  <a:extLst>
                    <a:ext uri="{FF2B5EF4-FFF2-40B4-BE49-F238E27FC236}">
                      <a16:creationId xmlns:a16="http://schemas.microsoft.com/office/drawing/2014/main" id="{57838BDB-6E84-4C15-8443-FCBDBA1ACAC9}"/>
                    </a:ext>
                  </a:extLst>
                </p:cNvPr>
                <p:cNvSpPr/>
                <p:nvPr/>
              </p:nvSpPr>
              <p:spPr>
                <a:xfrm>
                  <a:off x="2666758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906EBF4E-A26C-4246-92D2-047C74B2082F}"/>
                    </a:ext>
                  </a:extLst>
                </p:cNvPr>
                <p:cNvSpPr txBox="1"/>
                <p:nvPr/>
              </p:nvSpPr>
              <p:spPr>
                <a:xfrm>
                  <a:off x="28331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矩形: 圆角 109">
                  <a:extLst>
                    <a:ext uri="{FF2B5EF4-FFF2-40B4-BE49-F238E27FC236}">
                      <a16:creationId xmlns:a16="http://schemas.microsoft.com/office/drawing/2014/main" id="{9738E68F-394E-4135-97F5-A8DC327B9843}"/>
                    </a:ext>
                  </a:extLst>
                </p:cNvPr>
                <p:cNvSpPr/>
                <p:nvPr/>
              </p:nvSpPr>
              <p:spPr>
                <a:xfrm>
                  <a:off x="3194574" y="4655132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矩形: 圆角 110">
                  <a:extLst>
                    <a:ext uri="{FF2B5EF4-FFF2-40B4-BE49-F238E27FC236}">
                      <a16:creationId xmlns:a16="http://schemas.microsoft.com/office/drawing/2014/main" id="{4688CA4C-3B63-45E3-B4FE-F8E0FA7A81A3}"/>
                    </a:ext>
                  </a:extLst>
                </p:cNvPr>
                <p:cNvSpPr/>
                <p:nvPr/>
              </p:nvSpPr>
              <p:spPr>
                <a:xfrm>
                  <a:off x="1934779" y="465513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532A35FA-6399-4078-8CA1-258168E04A7D}"/>
                    </a:ext>
                  </a:extLst>
                </p:cNvPr>
                <p:cNvSpPr txBox="1"/>
                <p:nvPr/>
              </p:nvSpPr>
              <p:spPr>
                <a:xfrm>
                  <a:off x="1893781" y="536083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62A88529-B731-465B-8A93-A7B3FD421507}"/>
              </a:ext>
            </a:extLst>
          </p:cNvPr>
          <p:cNvGrpSpPr/>
          <p:nvPr/>
        </p:nvGrpSpPr>
        <p:grpSpPr>
          <a:xfrm>
            <a:off x="5312559" y="2826449"/>
            <a:ext cx="2264970" cy="742595"/>
            <a:chOff x="455628" y="2451799"/>
            <a:chExt cx="2264970" cy="742595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63AF8759-1F81-48DC-92EA-B2B4914F7AE1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8B29A47F-B64C-44FE-9528-E3D786AA3B61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 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eature Map </a:t>
                </a:r>
              </a:p>
              <a:p>
                <a:pPr algn="ctr"/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Containing 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Information</a:t>
                </a: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78D2506B-3EBD-496B-B42F-77CB12A68379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121" name="矩形: 圆角 120">
                  <a:extLst>
                    <a:ext uri="{FF2B5EF4-FFF2-40B4-BE49-F238E27FC236}">
                      <a16:creationId xmlns:a16="http://schemas.microsoft.com/office/drawing/2014/main" id="{52E7CC05-90E8-4836-848B-1A1A67F4D0CD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19918114-AC42-4E2F-9380-5FB8A745C1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5A402A5A-5D4A-4412-BBC5-789657D016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9FA97C85-66A1-4E2B-A707-61C5E451A1B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3FD4B989-2194-4089-B9DB-4DEAC5BFB81D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FA907D90-3EDE-4CCC-8E7D-09D1CB8C4A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D1567C5-DAAD-4A6A-B772-822FDAE01795}"/>
                    </a:ext>
                  </a:extLst>
                </p:cNvPr>
                <p:cNvSpPr txBox="1"/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2CC6774B-BE54-4ABF-85B8-CFE60F8E8D89}"/>
              </a:ext>
            </a:extLst>
          </p:cNvPr>
          <p:cNvCxnSpPr>
            <a:cxnSpLocks/>
          </p:cNvCxnSpPr>
          <p:nvPr/>
        </p:nvCxnSpPr>
        <p:spPr>
          <a:xfrm flipH="1">
            <a:off x="4392288" y="3628820"/>
            <a:ext cx="2762" cy="2301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5FC78A11-58A2-4CA8-9061-8423ACF203AE}"/>
              </a:ext>
            </a:extLst>
          </p:cNvPr>
          <p:cNvSpPr/>
          <p:nvPr/>
        </p:nvSpPr>
        <p:spPr>
          <a:xfrm>
            <a:off x="5510710" y="3798952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CC8E635F-9F93-47F2-9433-4E861E4B9B08}"/>
              </a:ext>
            </a:extLst>
          </p:cNvPr>
          <p:cNvSpPr/>
          <p:nvPr/>
        </p:nvSpPr>
        <p:spPr>
          <a:xfrm>
            <a:off x="5484630" y="2104455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self-attention</a:t>
            </a: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5ECE49B6-98A7-494C-8D59-71BD906FC5B9}"/>
              </a:ext>
            </a:extLst>
          </p:cNvPr>
          <p:cNvSpPr/>
          <p:nvPr/>
        </p:nvSpPr>
        <p:spPr>
          <a:xfrm>
            <a:off x="5484630" y="2428335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8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64E91A6-08E6-D9C4-EBD9-126D0CBD58CE}"/>
              </a:ext>
            </a:extLst>
          </p:cNvPr>
          <p:cNvSpPr/>
          <p:nvPr/>
        </p:nvSpPr>
        <p:spPr>
          <a:xfrm>
            <a:off x="2138538" y="3993201"/>
            <a:ext cx="1286239" cy="2200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1660295-7FD1-3D52-7097-E7FDFA780094}"/>
              </a:ext>
            </a:extLst>
          </p:cNvPr>
          <p:cNvSpPr/>
          <p:nvPr/>
        </p:nvSpPr>
        <p:spPr>
          <a:xfrm>
            <a:off x="2568715" y="2407926"/>
            <a:ext cx="1507994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GSR-based Stochastic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Representation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FA7772D-68DC-467F-4724-1E770F4DF904}"/>
              </a:ext>
            </a:extLst>
          </p:cNvPr>
          <p:cNvSpPr/>
          <p:nvPr/>
        </p:nvSpPr>
        <p:spPr>
          <a:xfrm>
            <a:off x="2621209" y="3194281"/>
            <a:ext cx="1406956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Distance-Sensitive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Re-embedding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B15CB6A-2268-9CFA-C352-51485005D036}"/>
              </a:ext>
            </a:extLst>
          </p:cNvPr>
          <p:cNvSpPr/>
          <p:nvPr/>
        </p:nvSpPr>
        <p:spPr>
          <a:xfrm>
            <a:off x="3221524" y="1838850"/>
            <a:ext cx="1286239" cy="2200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0F8F1B5-470E-47F8-7888-5384F7EF484A}"/>
              </a:ext>
            </a:extLst>
          </p:cNvPr>
          <p:cNvSpPr txBox="1"/>
          <p:nvPr/>
        </p:nvSpPr>
        <p:spPr>
          <a:xfrm>
            <a:off x="3672568" y="5297990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4D19832-1F21-98C1-1F8D-3A430C9729E6}"/>
              </a:ext>
            </a:extLst>
          </p:cNvPr>
          <p:cNvSpPr txBox="1"/>
          <p:nvPr/>
        </p:nvSpPr>
        <p:spPr>
          <a:xfrm>
            <a:off x="4189034" y="5302753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F556A9F-5308-D8BD-C4ED-FA9E21D84868}"/>
              </a:ext>
            </a:extLst>
          </p:cNvPr>
          <p:cNvGrpSpPr>
            <a:grpSpLocks noChangeAspect="1"/>
          </p:cNvGrpSpPr>
          <p:nvPr/>
        </p:nvGrpSpPr>
        <p:grpSpPr>
          <a:xfrm>
            <a:off x="3754792" y="3982663"/>
            <a:ext cx="241130" cy="241130"/>
            <a:chOff x="4801552" y="2902268"/>
            <a:chExt cx="365760" cy="365760"/>
          </a:xfrm>
        </p:grpSpPr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D3BF8AC4-8BB9-403D-36A0-373198F5C8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01552" y="2902268"/>
              <a:ext cx="365760" cy="36576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" name="连接符: 曲线 52">
              <a:extLst>
                <a:ext uri="{FF2B5EF4-FFF2-40B4-BE49-F238E27FC236}">
                  <a16:creationId xmlns:a16="http://schemas.microsoft.com/office/drawing/2014/main" id="{FD3DC1F1-4FFD-EFDF-5034-A7F370FFA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0680" y="2997058"/>
              <a:ext cx="177028" cy="177005"/>
            </a:xfrm>
            <a:prstGeom prst="curvedConnector3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1295239-1366-C1C1-B08F-D14F23CEDE0C}"/>
              </a:ext>
            </a:extLst>
          </p:cNvPr>
          <p:cNvSpPr/>
          <p:nvPr/>
        </p:nvSpPr>
        <p:spPr>
          <a:xfrm>
            <a:off x="1897293" y="4499165"/>
            <a:ext cx="967584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GSR-based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DD1707E-E037-0F9D-C635-4CF600A73111}"/>
              </a:ext>
            </a:extLst>
          </p:cNvPr>
          <p:cNvSpPr txBox="1"/>
          <p:nvPr/>
        </p:nvSpPr>
        <p:spPr>
          <a:xfrm>
            <a:off x="1939030" y="5297990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222AF9C-05F9-8955-E74C-1F20BEED99BF}"/>
              </a:ext>
            </a:extLst>
          </p:cNvPr>
          <p:cNvSpPr txBox="1"/>
          <p:nvPr/>
        </p:nvSpPr>
        <p:spPr>
          <a:xfrm>
            <a:off x="2419279" y="5297990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0012DF7-D5CB-A134-786D-6CB8FACB9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2140960" y="4939118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2FA696C-3D0A-01F9-3879-FEA4D3BD91BE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2621209" y="4932329"/>
            <a:ext cx="0" cy="365661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0740D13-5C86-00F5-A8A8-66E28061A044}"/>
              </a:ext>
            </a:extLst>
          </p:cNvPr>
          <p:cNvCxnSpPr>
            <a:cxnSpLocks/>
          </p:cNvCxnSpPr>
          <p:nvPr/>
        </p:nvCxnSpPr>
        <p:spPr>
          <a:xfrm flipV="1">
            <a:off x="2381085" y="4217886"/>
            <a:ext cx="0" cy="281279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27E7152-625E-BD5D-3228-0466BB01399A}"/>
              </a:ext>
            </a:extLst>
          </p:cNvPr>
          <p:cNvSpPr txBox="1"/>
          <p:nvPr/>
        </p:nvSpPr>
        <p:spPr>
          <a:xfrm>
            <a:off x="2988015" y="5297990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C7D59FC-14FD-9589-9B04-A4EA1B6726D8}"/>
              </a:ext>
            </a:extLst>
          </p:cNvPr>
          <p:cNvCxnSpPr>
            <a:cxnSpLocks/>
          </p:cNvCxnSpPr>
          <p:nvPr/>
        </p:nvCxnSpPr>
        <p:spPr>
          <a:xfrm flipV="1">
            <a:off x="3189945" y="4217886"/>
            <a:ext cx="0" cy="108010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B3BDC0C-CAC9-F908-8218-AA25B5EEB816}"/>
              </a:ext>
            </a:extLst>
          </p:cNvPr>
          <p:cNvCxnSpPr>
            <a:cxnSpLocks/>
          </p:cNvCxnSpPr>
          <p:nvPr/>
        </p:nvCxnSpPr>
        <p:spPr>
          <a:xfrm flipH="1" flipV="1">
            <a:off x="3864643" y="1515532"/>
            <a:ext cx="14" cy="323318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C86C3D6-7BD2-FABC-469B-1D9FB86A8162}"/>
              </a:ext>
            </a:extLst>
          </p:cNvPr>
          <p:cNvCxnSpPr>
            <a:cxnSpLocks/>
          </p:cNvCxnSpPr>
          <p:nvPr/>
        </p:nvCxnSpPr>
        <p:spPr>
          <a:xfrm flipV="1">
            <a:off x="2803512" y="3630283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333782C-A00D-5B6B-9E7F-3E1A7D12B10B}"/>
              </a:ext>
            </a:extLst>
          </p:cNvPr>
          <p:cNvCxnSpPr>
            <a:cxnSpLocks/>
          </p:cNvCxnSpPr>
          <p:nvPr/>
        </p:nvCxnSpPr>
        <p:spPr>
          <a:xfrm flipV="1">
            <a:off x="3322712" y="2849032"/>
            <a:ext cx="0" cy="337726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F7CFBD19-BADE-3782-AD12-B5532774AE76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4390964" y="2055283"/>
            <a:ext cx="0" cy="3247470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1AE91DFD-66E0-FB50-F70F-528E6FA98FA1}"/>
              </a:ext>
            </a:extLst>
          </p:cNvPr>
          <p:cNvCxnSpPr>
            <a:cxnSpLocks/>
          </p:cNvCxnSpPr>
          <p:nvPr/>
        </p:nvCxnSpPr>
        <p:spPr>
          <a:xfrm flipV="1">
            <a:off x="3316696" y="2050520"/>
            <a:ext cx="6016" cy="357406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85B3E69-B177-5513-6F92-B307D68D7C12}"/>
              </a:ext>
            </a:extLst>
          </p:cNvPr>
          <p:cNvCxnSpPr>
            <a:cxnSpLocks/>
          </p:cNvCxnSpPr>
          <p:nvPr/>
        </p:nvCxnSpPr>
        <p:spPr>
          <a:xfrm flipV="1">
            <a:off x="3875357" y="4223793"/>
            <a:ext cx="0" cy="108010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D233F1C-EA7C-2054-2BBC-18D4AEC9692D}"/>
              </a:ext>
            </a:extLst>
          </p:cNvPr>
          <p:cNvCxnSpPr>
            <a:cxnSpLocks/>
          </p:cNvCxnSpPr>
          <p:nvPr/>
        </p:nvCxnSpPr>
        <p:spPr>
          <a:xfrm flipV="1">
            <a:off x="3874170" y="3623791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6EE9BB0-5F17-4D66-9CD8-23C43EA307C9}"/>
              </a:ext>
            </a:extLst>
          </p:cNvPr>
          <p:cNvGrpSpPr/>
          <p:nvPr/>
        </p:nvGrpSpPr>
        <p:grpSpPr>
          <a:xfrm>
            <a:off x="6576544" y="1478188"/>
            <a:ext cx="3056985" cy="4502151"/>
            <a:chOff x="3892010" y="1028700"/>
            <a:chExt cx="3035813" cy="450215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8B2019ED-D75D-462A-A7FF-A0970C26D018}"/>
                </a:ext>
              </a:extLst>
            </p:cNvPr>
            <p:cNvSpPr/>
            <p:nvPr/>
          </p:nvSpPr>
          <p:spPr>
            <a:xfrm>
              <a:off x="3892010" y="1028700"/>
              <a:ext cx="3035813" cy="4502151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4B3EA70A-7AC7-443C-9900-962B8EDD7036}"/>
                </a:ext>
              </a:extLst>
            </p:cNvPr>
            <p:cNvGrpSpPr/>
            <p:nvPr/>
          </p:nvGrpSpPr>
          <p:grpSpPr>
            <a:xfrm>
              <a:off x="4062115" y="1347232"/>
              <a:ext cx="2695601" cy="3990538"/>
              <a:chOff x="6492573" y="1069660"/>
              <a:chExt cx="2695601" cy="3990538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5AEF8F04-64B3-43B9-A11A-8EE795B8A36E}"/>
                  </a:ext>
                </a:extLst>
              </p:cNvPr>
              <p:cNvSpPr/>
              <p:nvPr/>
            </p:nvSpPr>
            <p:spPr>
              <a:xfrm>
                <a:off x="6733818" y="3442869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0C4B990F-DDC0-4746-BD84-F1DC0FBDD764}"/>
                  </a:ext>
                </a:extLst>
              </p:cNvPr>
              <p:cNvSpPr/>
              <p:nvPr/>
            </p:nvSpPr>
            <p:spPr>
              <a:xfrm>
                <a:off x="6572553" y="1857594"/>
                <a:ext cx="2099437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 Stochastic</a:t>
                </a:r>
              </a:p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Representation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EF5203D9-3275-4D70-A9FC-51DD85E92D7A}"/>
                  </a:ext>
                </a:extLst>
              </p:cNvPr>
              <p:cNvSpPr/>
              <p:nvPr/>
            </p:nvSpPr>
            <p:spPr>
              <a:xfrm>
                <a:off x="6861461" y="2643949"/>
                <a:ext cx="1761984" cy="433164"/>
              </a:xfrm>
              <a:prstGeom prst="roundRect">
                <a:avLst/>
              </a:prstGeom>
              <a:solidFill>
                <a:srgbClr val="F2F7E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Distance-Sensitive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Re-embedding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463D3860-F352-47AB-972D-14E5BD33607A}"/>
                  </a:ext>
                </a:extLst>
              </p:cNvPr>
              <p:cNvSpPr/>
              <p:nvPr/>
            </p:nvSpPr>
            <p:spPr>
              <a:xfrm>
                <a:off x="7816804" y="1288518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47F63FC-7520-49DB-A29F-6EF85634E0BA}"/>
                  </a:ext>
                </a:extLst>
              </p:cNvPr>
              <p:cNvSpPr txBox="1"/>
              <p:nvPr/>
            </p:nvSpPr>
            <p:spPr>
              <a:xfrm>
                <a:off x="8267848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D250D92-F50E-466B-8E16-48E8B341CD2C}"/>
                  </a:ext>
                </a:extLst>
              </p:cNvPr>
              <p:cNvSpPr txBox="1"/>
              <p:nvPr/>
            </p:nvSpPr>
            <p:spPr>
              <a:xfrm>
                <a:off x="8784314" y="4752421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E206ADF6-F152-4B30-BFB0-E7929129ED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50072" y="3432331"/>
                <a:ext cx="241130" cy="241130"/>
                <a:chOff x="4801552" y="2902268"/>
                <a:chExt cx="365760" cy="365760"/>
              </a:xfrm>
            </p:grpSpPr>
            <p:sp>
              <p:nvSpPr>
                <p:cNvPr id="67" name="流程图: 接点 66">
                  <a:extLst>
                    <a:ext uri="{FF2B5EF4-FFF2-40B4-BE49-F238E27FC236}">
                      <a16:creationId xmlns:a16="http://schemas.microsoft.com/office/drawing/2014/main" id="{FB64666F-FDC0-4944-9C83-77D7A778DC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01552" y="2902268"/>
                  <a:ext cx="365760" cy="365760"/>
                </a:xfrm>
                <a:prstGeom prst="flowChartConnecto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8" name="连接符: 曲线 67">
                  <a:extLst>
                    <a:ext uri="{FF2B5EF4-FFF2-40B4-BE49-F238E27FC236}">
                      <a16:creationId xmlns:a16="http://schemas.microsoft.com/office/drawing/2014/main" id="{5A8971BC-EE3F-4AD0-954C-A235413B3A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0680" y="2997058"/>
                  <a:ext cx="177028" cy="177005"/>
                </a:xfrm>
                <a:prstGeom prst="curvedConnector3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E051B316-2B9C-45B0-9DC8-9F56EDE8B1BF}"/>
                  </a:ext>
                </a:extLst>
              </p:cNvPr>
              <p:cNvSpPr/>
              <p:nvPr/>
            </p:nvSpPr>
            <p:spPr>
              <a:xfrm>
                <a:off x="6492573" y="3948833"/>
                <a:ext cx="967584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</a:t>
                </a:r>
              </a:p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Clustering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F17161F-682D-430C-89C6-ABA99D73A423}"/>
                  </a:ext>
                </a:extLst>
              </p:cNvPr>
              <p:cNvSpPr txBox="1"/>
              <p:nvPr/>
            </p:nvSpPr>
            <p:spPr>
              <a:xfrm>
                <a:off x="6534310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7931D4F-F580-4554-A822-C74A0153ED85}"/>
                  </a:ext>
                </a:extLst>
              </p:cNvPr>
              <p:cNvSpPr txBox="1"/>
              <p:nvPr/>
            </p:nvSpPr>
            <p:spPr>
              <a:xfrm>
                <a:off x="7014559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DEE14471-E266-4E35-B1BD-8FA0915BE6BE}"/>
                  </a:ext>
                </a:extLst>
              </p:cNvPr>
              <p:cNvCxnSpPr>
                <a:cxnSpLocks/>
                <a:stCxn id="46" idx="0"/>
              </p:cNvCxnSpPr>
              <p:nvPr/>
            </p:nvCxnSpPr>
            <p:spPr>
              <a:xfrm flipH="1" flipV="1">
                <a:off x="6736240" y="4388786"/>
                <a:ext cx="1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A62F62B6-79F2-4EAE-9626-9BAADFB8BDFE}"/>
                  </a:ext>
                </a:extLst>
              </p:cNvPr>
              <p:cNvCxnSpPr>
                <a:cxnSpLocks/>
                <a:stCxn id="47" idx="0"/>
              </p:cNvCxnSpPr>
              <p:nvPr/>
            </p:nvCxnSpPr>
            <p:spPr>
              <a:xfrm flipV="1">
                <a:off x="7216489" y="4381998"/>
                <a:ext cx="0" cy="365660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A32270D6-3578-4ADE-A8A0-5E739F1A9C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76365" y="3667554"/>
                <a:ext cx="0" cy="281279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F507F7B-0BA6-48FE-A199-CCBE30023882}"/>
                  </a:ext>
                </a:extLst>
              </p:cNvPr>
              <p:cNvSpPr txBox="1"/>
              <p:nvPr/>
            </p:nvSpPr>
            <p:spPr>
              <a:xfrm>
                <a:off x="7583295" y="4747658"/>
                <a:ext cx="403860" cy="3077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D27025D2-B063-4AA2-9BEE-6343A67CE1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85225" y="3667554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28815E1-6610-448B-8487-3D62CF126D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59923" y="1069660"/>
                <a:ext cx="14" cy="218858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C763FECA-1B76-422D-BCAF-C17C3AAF71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8792" y="3079951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A6DBB026-5F45-4381-9569-21CF22B37A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7992" y="2298700"/>
                <a:ext cx="0" cy="33772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D139F568-43A4-4B40-A218-5E4C692CA4E0}"/>
                  </a:ext>
                </a:extLst>
              </p:cNvPr>
              <p:cNvCxnSpPr>
                <a:cxnSpLocks/>
                <a:stCxn id="37" idx="0"/>
              </p:cNvCxnSpPr>
              <p:nvPr/>
            </p:nvCxnSpPr>
            <p:spPr>
              <a:xfrm flipV="1">
                <a:off x="8986244" y="1504951"/>
                <a:ext cx="0" cy="3247470"/>
              </a:xfrm>
              <a:prstGeom prst="straightConnector1">
                <a:avLst/>
              </a:prstGeom>
              <a:ln w="19050">
                <a:headEnd w="med" len="lg"/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46513F12-1339-4D2B-AD4B-6703B1D551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1976" y="1500188"/>
                <a:ext cx="6016" cy="35740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0C67E094-30BA-417A-9ED2-A966491F38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0637" y="3673461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898A7D7B-F8C2-4581-91C8-BB09348C2B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9450" y="3073459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sp>
        <p:nvSpPr>
          <p:cNvPr id="69" name="文本框 68">
            <a:extLst>
              <a:ext uri="{FF2B5EF4-FFF2-40B4-BE49-F238E27FC236}">
                <a16:creationId xmlns:a16="http://schemas.microsoft.com/office/drawing/2014/main" id="{1DF5EF6A-F2C2-4BE4-A367-775F09876A7F}"/>
              </a:ext>
            </a:extLst>
          </p:cNvPr>
          <p:cNvSpPr txBox="1"/>
          <p:nvPr/>
        </p:nvSpPr>
        <p:spPr>
          <a:xfrm>
            <a:off x="6920675" y="1088480"/>
            <a:ext cx="234396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attention weights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4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>
            <a:extLst>
              <a:ext uri="{FF2B5EF4-FFF2-40B4-BE49-F238E27FC236}">
                <a16:creationId xmlns:a16="http://schemas.microsoft.com/office/drawing/2014/main" id="{520F887A-66B9-A14C-EF59-2C15546704DE}"/>
              </a:ext>
            </a:extLst>
          </p:cNvPr>
          <p:cNvSpPr txBox="1"/>
          <p:nvPr/>
        </p:nvSpPr>
        <p:spPr>
          <a:xfrm>
            <a:off x="4177313" y="5623597"/>
            <a:ext cx="214954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90FDA6-92F7-DC98-EB6E-5CF77C842C4F}"/>
              </a:ext>
            </a:extLst>
          </p:cNvPr>
          <p:cNvSpPr txBox="1"/>
          <p:nvPr/>
        </p:nvSpPr>
        <p:spPr>
          <a:xfrm>
            <a:off x="3373813" y="1728777"/>
            <a:ext cx="695335" cy="24622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378CEF-65CE-7679-D79D-0F58CBED5D8A}"/>
              </a:ext>
            </a:extLst>
          </p:cNvPr>
          <p:cNvSpPr txBox="1"/>
          <p:nvPr/>
        </p:nvSpPr>
        <p:spPr>
          <a:xfrm>
            <a:off x="4401679" y="1728776"/>
            <a:ext cx="695336" cy="24622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18524B-E280-3526-4F14-A80F85AA7417}"/>
                  </a:ext>
                </a:extLst>
              </p:cNvPr>
              <p:cNvSpPr txBox="1"/>
              <p:nvPr/>
            </p:nvSpPr>
            <p:spPr>
              <a:xfrm>
                <a:off x="3242439" y="1150801"/>
                <a:ext cx="95808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Point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Estimation </a:t>
                </a:r>
                <a14:m>
                  <m:oMath xmlns:m="http://schemas.openxmlformats.org/officeDocument/2006/math"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18524B-E280-3526-4F14-A80F85AA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439" y="1150801"/>
                <a:ext cx="958085" cy="400110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BAD4D22-A105-DA28-BBC5-3FA49B6EA298}"/>
                  </a:ext>
                </a:extLst>
              </p:cNvPr>
              <p:cNvSpPr txBox="1"/>
              <p:nvPr/>
            </p:nvSpPr>
            <p:spPr>
              <a:xfrm>
                <a:off x="4270305" y="1150801"/>
                <a:ext cx="95808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Posterior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BAD4D22-A105-DA28-BBC5-3FA49B6EA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305" y="1150801"/>
                <a:ext cx="958085" cy="400110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7AD084-F0A0-71B5-E1DF-997DD8F4A089}"/>
              </a:ext>
            </a:extLst>
          </p:cNvPr>
          <p:cNvSpPr/>
          <p:nvPr/>
        </p:nvSpPr>
        <p:spPr>
          <a:xfrm>
            <a:off x="6096000" y="5923071"/>
            <a:ext cx="2520441" cy="5932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Transformer (HSSTT)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03FCAD9-0E19-4464-23C9-C1AF5340E4EF}"/>
              </a:ext>
            </a:extLst>
          </p:cNvPr>
          <p:cNvGrpSpPr/>
          <p:nvPr/>
        </p:nvGrpSpPr>
        <p:grpSpPr>
          <a:xfrm>
            <a:off x="3575013" y="2209234"/>
            <a:ext cx="1320800" cy="1003866"/>
            <a:chOff x="1362075" y="2827673"/>
            <a:chExt cx="1320800" cy="109855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7E17EA6-4B55-00A2-81D3-B558F7129D1F}"/>
                </a:ext>
              </a:extLst>
            </p:cNvPr>
            <p:cNvGrpSpPr/>
            <p:nvPr/>
          </p:nvGrpSpPr>
          <p:grpSpPr>
            <a:xfrm>
              <a:off x="1420486" y="3248841"/>
              <a:ext cx="1203977" cy="567554"/>
              <a:chOff x="1349743" y="2463800"/>
              <a:chExt cx="1203977" cy="567554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9008270E-FFAE-1796-D1B7-F20FFA870AB7}"/>
                  </a:ext>
                </a:extLst>
              </p:cNvPr>
              <p:cNvSpPr/>
              <p:nvPr/>
            </p:nvSpPr>
            <p:spPr>
              <a:xfrm>
                <a:off x="1349743" y="2873118"/>
                <a:ext cx="1203977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A48315F3-8D18-991E-846C-C351B904D480}"/>
                  </a:ext>
                </a:extLst>
              </p:cNvPr>
              <p:cNvSpPr/>
              <p:nvPr/>
            </p:nvSpPr>
            <p:spPr>
              <a:xfrm>
                <a:off x="1456786" y="2667000"/>
                <a:ext cx="989893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ABE88456-8F70-8B9E-EDFF-8BBBB9E42407}"/>
                  </a:ext>
                </a:extLst>
              </p:cNvPr>
              <p:cNvSpPr/>
              <p:nvPr/>
            </p:nvSpPr>
            <p:spPr>
              <a:xfrm>
                <a:off x="1560591" y="2463800"/>
                <a:ext cx="782285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F703160-A8F0-BF0E-DCC3-6D8EE7C6E21B}"/>
                </a:ext>
              </a:extLst>
            </p:cNvPr>
            <p:cNvSpPr/>
            <p:nvPr/>
          </p:nvSpPr>
          <p:spPr>
            <a:xfrm>
              <a:off x="1362075" y="2827673"/>
              <a:ext cx="1320800" cy="10985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83DE32E-48EA-FA59-C5A6-19F5155EBBB5}"/>
                </a:ext>
              </a:extLst>
            </p:cNvPr>
            <p:cNvSpPr txBox="1"/>
            <p:nvPr/>
          </p:nvSpPr>
          <p:spPr>
            <a:xfrm>
              <a:off x="1501774" y="2881511"/>
              <a:ext cx="1041400" cy="269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SOH Regressor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E32D3E7-B846-D094-0312-81ED6437BD5E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3721481" y="1550911"/>
            <a:ext cx="1" cy="177866"/>
          </a:xfrm>
          <a:prstGeom prst="line">
            <a:avLst/>
          </a:prstGeom>
          <a:ln w="12700">
            <a:solidFill>
              <a:schemeClr val="tx1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44B18FC-E4D7-0292-AC76-84FA34207494}"/>
              </a:ext>
            </a:extLst>
          </p:cNvPr>
          <p:cNvCxnSpPr>
            <a:cxnSpLocks/>
          </p:cNvCxnSpPr>
          <p:nvPr/>
        </p:nvCxnSpPr>
        <p:spPr>
          <a:xfrm flipH="1">
            <a:off x="4749344" y="1519161"/>
            <a:ext cx="1" cy="209616"/>
          </a:xfrm>
          <a:prstGeom prst="line">
            <a:avLst/>
          </a:prstGeom>
          <a:ln w="12700">
            <a:solidFill>
              <a:schemeClr val="tx1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E21A0F-8F41-5236-55A5-D8168FCD7373}"/>
              </a:ext>
            </a:extLst>
          </p:cNvPr>
          <p:cNvGrpSpPr/>
          <p:nvPr/>
        </p:nvGrpSpPr>
        <p:grpSpPr>
          <a:xfrm>
            <a:off x="3721481" y="1975000"/>
            <a:ext cx="1027865" cy="234234"/>
            <a:chOff x="3721481" y="1975000"/>
            <a:chExt cx="1027865" cy="234234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CA48284-12BB-E345-340A-E86830DB24E1}"/>
                </a:ext>
              </a:extLst>
            </p:cNvPr>
            <p:cNvGrpSpPr/>
            <p:nvPr/>
          </p:nvGrpSpPr>
          <p:grpSpPr>
            <a:xfrm>
              <a:off x="3721481" y="1975000"/>
              <a:ext cx="1027865" cy="127075"/>
              <a:chOff x="3721481" y="1974995"/>
              <a:chExt cx="1027865" cy="153893"/>
            </a:xfrm>
          </p:grpSpPr>
          <p:cxnSp>
            <p:nvCxnSpPr>
              <p:cNvPr id="17" name="连接符: 肘形 16">
                <a:extLst>
                  <a:ext uri="{FF2B5EF4-FFF2-40B4-BE49-F238E27FC236}">
                    <a16:creationId xmlns:a16="http://schemas.microsoft.com/office/drawing/2014/main" id="{DEDA5783-B3B7-5D70-522B-89270AA50D21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rot="16200000" flipH="1">
                <a:off x="4158468" y="1538008"/>
                <a:ext cx="153891" cy="102786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B126155-44E9-C193-C003-C85D89B85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9344" y="1974997"/>
                <a:ext cx="0" cy="1538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1BFB5C1-C3ED-2C3F-39C5-FAAD22011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0511" y="2099254"/>
              <a:ext cx="1" cy="1099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4F75910F-D458-11C4-BCF2-462EDA6F36DE}"/>
              </a:ext>
            </a:extLst>
          </p:cNvPr>
          <p:cNvSpPr/>
          <p:nvPr/>
        </p:nvSpPr>
        <p:spPr>
          <a:xfrm>
            <a:off x="3580111" y="3743821"/>
            <a:ext cx="1320800" cy="245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&amp; Norm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260ADD7E-4504-3205-5D92-8F55876666DC}"/>
              </a:ext>
            </a:extLst>
          </p:cNvPr>
          <p:cNvSpPr/>
          <p:nvPr/>
        </p:nvSpPr>
        <p:spPr>
          <a:xfrm>
            <a:off x="3575013" y="4170609"/>
            <a:ext cx="1320800" cy="245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Project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F743620-526B-141D-C157-72AC45FAD368}"/>
              </a:ext>
            </a:extLst>
          </p:cNvPr>
          <p:cNvGrpSpPr/>
          <p:nvPr/>
        </p:nvGrpSpPr>
        <p:grpSpPr>
          <a:xfrm>
            <a:off x="3252549" y="4573901"/>
            <a:ext cx="1932105" cy="672335"/>
            <a:chOff x="6405445" y="4509265"/>
            <a:chExt cx="2224342" cy="842178"/>
          </a:xfrm>
          <a:solidFill>
            <a:schemeClr val="bg1"/>
          </a:solidFill>
        </p:grpSpPr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1DC258A0-9BF3-D16C-B1AC-76F975CAC645}"/>
                </a:ext>
              </a:extLst>
            </p:cNvPr>
            <p:cNvSpPr/>
            <p:nvPr/>
          </p:nvSpPr>
          <p:spPr>
            <a:xfrm>
              <a:off x="6405445" y="45092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7F7962EE-CC3A-55BF-1D12-BB95C99035C2}"/>
                </a:ext>
              </a:extLst>
            </p:cNvPr>
            <p:cNvSpPr/>
            <p:nvPr/>
          </p:nvSpPr>
          <p:spPr>
            <a:xfrm>
              <a:off x="6557845" y="46616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EE2DA9E-8780-FB9E-113E-A489E706EE20}"/>
                </a:ext>
              </a:extLst>
            </p:cNvPr>
            <p:cNvSpPr/>
            <p:nvPr/>
          </p:nvSpPr>
          <p:spPr>
            <a:xfrm>
              <a:off x="6710245" y="48140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A003DA05-3CCC-8234-D3C3-E655B0CEE008}"/>
                </a:ext>
              </a:extLst>
            </p:cNvPr>
            <p:cNvSpPr/>
            <p:nvPr/>
          </p:nvSpPr>
          <p:spPr>
            <a:xfrm>
              <a:off x="6862645" y="49664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Stochastic Self-Attention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406F6408-09B0-9528-C47F-2964FA63575C}"/>
              </a:ext>
            </a:extLst>
          </p:cNvPr>
          <p:cNvSpPr/>
          <p:nvPr/>
        </p:nvSpPr>
        <p:spPr>
          <a:xfrm>
            <a:off x="3057061" y="3444689"/>
            <a:ext cx="2356702" cy="209251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HSSTT Block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C73AB08-5A39-5208-EF88-C47B90F6ECE7}"/>
              </a:ext>
            </a:extLst>
          </p:cNvPr>
          <p:cNvCxnSpPr>
            <a:cxnSpLocks/>
            <a:stCxn id="39" idx="0"/>
            <a:endCxn id="8" idx="2"/>
          </p:cNvCxnSpPr>
          <p:nvPr/>
        </p:nvCxnSpPr>
        <p:spPr>
          <a:xfrm flipV="1">
            <a:off x="4235412" y="3213100"/>
            <a:ext cx="1" cy="231589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ED62552-2A9D-B898-D600-609E2601FF12}"/>
              </a:ext>
            </a:extLst>
          </p:cNvPr>
          <p:cNvCxnSpPr>
            <a:cxnSpLocks/>
          </p:cNvCxnSpPr>
          <p:nvPr/>
        </p:nvCxnSpPr>
        <p:spPr>
          <a:xfrm flipV="1">
            <a:off x="4284790" y="5240453"/>
            <a:ext cx="0" cy="377254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A80A1B3-F580-47E5-88F2-F21F25E9C2D7}"/>
              </a:ext>
            </a:extLst>
          </p:cNvPr>
          <p:cNvCxnSpPr/>
          <p:nvPr/>
        </p:nvCxnSpPr>
        <p:spPr>
          <a:xfrm flipV="1">
            <a:off x="3749675" y="4411649"/>
            <a:ext cx="0" cy="16225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3D6DAC1-1374-F97F-95DB-073473F90310}"/>
              </a:ext>
            </a:extLst>
          </p:cNvPr>
          <p:cNvCxnSpPr>
            <a:cxnSpLocks/>
          </p:cNvCxnSpPr>
          <p:nvPr/>
        </p:nvCxnSpPr>
        <p:spPr>
          <a:xfrm flipV="1">
            <a:off x="3956048" y="4411649"/>
            <a:ext cx="0" cy="28391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E4217E4-4D8C-05E2-75B5-905A3B52136F}"/>
              </a:ext>
            </a:extLst>
          </p:cNvPr>
          <p:cNvCxnSpPr>
            <a:cxnSpLocks/>
          </p:cNvCxnSpPr>
          <p:nvPr/>
        </p:nvCxnSpPr>
        <p:spPr>
          <a:xfrm flipV="1">
            <a:off x="4160040" y="4411649"/>
            <a:ext cx="0" cy="40011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D3D949C-9E7F-D5FD-76DD-38AA856A2920}"/>
              </a:ext>
            </a:extLst>
          </p:cNvPr>
          <p:cNvCxnSpPr>
            <a:cxnSpLocks/>
          </p:cNvCxnSpPr>
          <p:nvPr/>
        </p:nvCxnSpPr>
        <p:spPr>
          <a:xfrm flipV="1">
            <a:off x="4365114" y="4411649"/>
            <a:ext cx="0" cy="52724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4D31E9A-DBDC-DBF0-D02D-B89120F9826C}"/>
              </a:ext>
            </a:extLst>
          </p:cNvPr>
          <p:cNvCxnSpPr>
            <a:cxnSpLocks/>
          </p:cNvCxnSpPr>
          <p:nvPr/>
        </p:nvCxnSpPr>
        <p:spPr>
          <a:xfrm flipV="1">
            <a:off x="4257460" y="3989576"/>
            <a:ext cx="0" cy="18103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F91B6004-7D31-BF96-9378-3DCB76DED97D}"/>
              </a:ext>
            </a:extLst>
          </p:cNvPr>
          <p:cNvCxnSpPr>
            <a:cxnSpLocks/>
            <a:endCxn id="100" idx="3"/>
          </p:cNvCxnSpPr>
          <p:nvPr/>
        </p:nvCxnSpPr>
        <p:spPr>
          <a:xfrm rot="5400000" flipH="1" flipV="1">
            <a:off x="3812765" y="4338724"/>
            <a:ext cx="1560170" cy="616121"/>
          </a:xfrm>
          <a:prstGeom prst="bentConnector4">
            <a:avLst>
              <a:gd name="adj1" fmla="val -1711"/>
              <a:gd name="adj2" fmla="val 161838"/>
            </a:avLst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9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5DB3643-4DBB-21C9-10FA-B60F58437826}"/>
                  </a:ext>
                </a:extLst>
              </p:cNvPr>
              <p:cNvSpPr/>
              <p:nvPr/>
            </p:nvSpPr>
            <p:spPr>
              <a:xfrm>
                <a:off x="9655090" y="2759637"/>
                <a:ext cx="1468016" cy="38566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Isotonic Regressor </a:t>
                </a:r>
                <a14:m>
                  <m:oMath xmlns:m="http://schemas.openxmlformats.org/officeDocument/2006/math"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endPara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5DB3643-4DBB-21C9-10FA-B60F58437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090" y="2759637"/>
                <a:ext cx="1468016" cy="3856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326E35-6A05-5245-D84F-4979963C6E94}"/>
              </a:ext>
            </a:extLst>
          </p:cNvPr>
          <p:cNvSpPr/>
          <p:nvPr/>
        </p:nvSpPr>
        <p:spPr>
          <a:xfrm>
            <a:off x="9025809" y="3463784"/>
            <a:ext cx="2825619" cy="2297247"/>
          </a:xfrm>
          <a:prstGeom prst="roundRect">
            <a:avLst/>
          </a:prstGeom>
          <a:ln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 SOH Estimation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7414C7-6917-D42A-0C91-570C71910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732" y="3869109"/>
            <a:ext cx="2224735" cy="18301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1E5DC657-442A-E60A-A53A-EDC1F93C6655}"/>
              </a:ext>
            </a:extLst>
          </p:cNvPr>
          <p:cNvGrpSpPr/>
          <p:nvPr/>
        </p:nvGrpSpPr>
        <p:grpSpPr>
          <a:xfrm>
            <a:off x="8976289" y="1096969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0953928-3E08-6A3A-C919-A07633463EEA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0953928-3E08-6A3A-C919-A07633463E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BE5563F4-8AD4-E3F8-379F-80BC3F51FBAE}"/>
                </a:ext>
              </a:extLst>
            </p:cNvPr>
            <p:cNvGrpSpPr/>
            <p:nvPr/>
          </p:nvGrpSpPr>
          <p:grpSpPr>
            <a:xfrm>
              <a:off x="2302629" y="1894522"/>
              <a:ext cx="2148840" cy="793747"/>
              <a:chOff x="2232660" y="3299460"/>
              <a:chExt cx="2148840" cy="793747"/>
            </a:xfrm>
          </p:grpSpPr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1484FE2-63A7-BC72-13AD-65EBFE198464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246221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625895B-3466-1480-FEA3-C35C05D43715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246221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F1B7A7A-78FE-432C-412F-A71469AC9411}"/>
                  </a:ext>
                </a:extLst>
              </p:cNvPr>
              <p:cNvSpPr txBox="1"/>
              <p:nvPr/>
            </p:nvSpPr>
            <p:spPr>
              <a:xfrm>
                <a:off x="2284985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C372A4A-4FEC-2AFB-6D2F-29E589B103E4}"/>
                  </a:ext>
                </a:extLst>
              </p:cNvPr>
              <p:cNvSpPr txBox="1"/>
              <p:nvPr/>
            </p:nvSpPr>
            <p:spPr>
              <a:xfrm>
                <a:off x="3307080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EE5BB874-F4EC-6A23-4E82-021A9356A27B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E9FA764-1EFC-F24B-10C2-729C4FA5B3DB}"/>
                  </a:ext>
                </a:extLst>
              </p:cNvPr>
              <p:cNvCxnSpPr>
                <a:cxnSpLocks/>
                <a:stCxn id="9" idx="0"/>
                <a:endCxn id="9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51A451B1-2411-B97C-FA20-E40E153DBD4F}"/>
                  </a:ext>
                </a:extLst>
              </p:cNvPr>
              <p:cNvCxnSpPr>
                <a:cxnSpLocks/>
                <a:stCxn id="4" idx="0"/>
              </p:cNvCxnSpPr>
              <p:nvPr/>
            </p:nvCxnSpPr>
            <p:spPr>
              <a:xfrm flipH="1" flipV="1">
                <a:off x="2776979" y="3657599"/>
                <a:ext cx="1" cy="1893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6738BAFC-7E5A-EB5F-A12C-6EAF6B7A36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02872C7-9A57-FC0C-21FC-F9EFD9FA84D7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10389098" y="2428524"/>
            <a:ext cx="1" cy="33111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52CBC17-60F3-69BB-8695-8C223D3752FD}"/>
              </a:ext>
            </a:extLst>
          </p:cNvPr>
          <p:cNvCxnSpPr/>
          <p:nvPr/>
        </p:nvCxnSpPr>
        <p:spPr>
          <a:xfrm flipH="1">
            <a:off x="10389097" y="3139724"/>
            <a:ext cx="1" cy="33111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02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8E62127A-9F3C-B639-1CB0-EF5C9ADCD234}"/>
              </a:ext>
            </a:extLst>
          </p:cNvPr>
          <p:cNvSpPr/>
          <p:nvPr/>
        </p:nvSpPr>
        <p:spPr>
          <a:xfrm>
            <a:off x="1999710" y="1028700"/>
            <a:ext cx="3035813" cy="4502151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9061D68-A432-A480-46BD-EAFDA3074B55}"/>
              </a:ext>
            </a:extLst>
          </p:cNvPr>
          <p:cNvGrpSpPr/>
          <p:nvPr/>
        </p:nvGrpSpPr>
        <p:grpSpPr>
          <a:xfrm>
            <a:off x="2169815" y="1242772"/>
            <a:ext cx="2695601" cy="4156553"/>
            <a:chOff x="6492573" y="965200"/>
            <a:chExt cx="2695601" cy="4156553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E4C5DA2-0968-8BF7-0AC6-6683BCD48161}"/>
                </a:ext>
              </a:extLst>
            </p:cNvPr>
            <p:cNvSpPr/>
            <p:nvPr/>
          </p:nvSpPr>
          <p:spPr>
            <a:xfrm>
              <a:off x="6733818" y="3442869"/>
              <a:ext cx="1286239" cy="2200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MatMul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5B67450-E4FE-01A4-D082-E26D9029C00D}"/>
                </a:ext>
              </a:extLst>
            </p:cNvPr>
            <p:cNvSpPr/>
            <p:nvPr/>
          </p:nvSpPr>
          <p:spPr>
            <a:xfrm>
              <a:off x="7163995" y="1857594"/>
              <a:ext cx="1507994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GSR-based Stochastic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Representation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399361C-5877-74A1-E7CB-4F8084947BEE}"/>
                </a:ext>
              </a:extLst>
            </p:cNvPr>
            <p:cNvSpPr/>
            <p:nvPr/>
          </p:nvSpPr>
          <p:spPr>
            <a:xfrm>
              <a:off x="7216489" y="2643949"/>
              <a:ext cx="1406956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Distance-Sensitive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Re-embedding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C1BF456-0709-3689-AF80-97EAD27BADAF}"/>
                </a:ext>
              </a:extLst>
            </p:cNvPr>
            <p:cNvSpPr/>
            <p:nvPr/>
          </p:nvSpPr>
          <p:spPr>
            <a:xfrm>
              <a:off x="7816804" y="1288518"/>
              <a:ext cx="1286239" cy="2200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MatMul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A809B88-2E23-DC62-5A48-88D0561ADDEE}"/>
                </a:ext>
              </a:extLst>
            </p:cNvPr>
            <p:cNvSpPr txBox="1"/>
            <p:nvPr/>
          </p:nvSpPr>
          <p:spPr>
            <a:xfrm>
              <a:off x="8267848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7B5D9F8-6C87-B22E-5EA6-DFA0C413307D}"/>
                </a:ext>
              </a:extLst>
            </p:cNvPr>
            <p:cNvSpPr txBox="1"/>
            <p:nvPr/>
          </p:nvSpPr>
          <p:spPr>
            <a:xfrm>
              <a:off x="8784314" y="4752421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5473847-B6A7-6D2E-058F-F4B8118D9B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0072" y="3432331"/>
              <a:ext cx="241130" cy="241130"/>
              <a:chOff x="4801552" y="2902268"/>
              <a:chExt cx="365760" cy="365760"/>
            </a:xfrm>
          </p:grpSpPr>
          <p:sp>
            <p:nvSpPr>
              <p:cNvPr id="33" name="流程图: 接点 32">
                <a:extLst>
                  <a:ext uri="{FF2B5EF4-FFF2-40B4-BE49-F238E27FC236}">
                    <a16:creationId xmlns:a16="http://schemas.microsoft.com/office/drawing/2014/main" id="{C3B81184-0CCC-8E95-B4DB-25B1FE4CDF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01552" y="2902268"/>
                <a:ext cx="365760" cy="36576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" name="连接符: 曲线 33">
                <a:extLst>
                  <a:ext uri="{FF2B5EF4-FFF2-40B4-BE49-F238E27FC236}">
                    <a16:creationId xmlns:a16="http://schemas.microsoft.com/office/drawing/2014/main" id="{A96635B4-FA32-2C48-D53B-DE181126BB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0680" y="2997058"/>
                <a:ext cx="177028" cy="177005"/>
              </a:xfrm>
              <a:prstGeom prst="curvedConnector3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849C904-2BB9-1B6C-BE38-4BE58B00AB98}"/>
                </a:ext>
              </a:extLst>
            </p:cNvPr>
            <p:cNvSpPr/>
            <p:nvPr/>
          </p:nvSpPr>
          <p:spPr>
            <a:xfrm>
              <a:off x="6492573" y="3948833"/>
              <a:ext cx="967584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GSR-based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Clustering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D814C65-B360-F1F9-74C7-79AD6467EB20}"/>
                </a:ext>
              </a:extLst>
            </p:cNvPr>
            <p:cNvSpPr txBox="1"/>
            <p:nvPr/>
          </p:nvSpPr>
          <p:spPr>
            <a:xfrm>
              <a:off x="6534310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D766C38-6334-856B-F151-29698125E4F2}"/>
                </a:ext>
              </a:extLst>
            </p:cNvPr>
            <p:cNvSpPr txBox="1"/>
            <p:nvPr/>
          </p:nvSpPr>
          <p:spPr>
            <a:xfrm>
              <a:off x="7014559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38ED6150-9438-1407-29C3-5FA7AEE74372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6736240" y="4388786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BFEC18A-7367-18B4-5649-D2F04FDA57B4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7216489" y="4381997"/>
              <a:ext cx="0" cy="365661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2C51CDB-E471-FD79-E77B-0E8ADA2AB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6365" y="3667554"/>
              <a:ext cx="0" cy="281279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868A204-5E80-E611-9A0B-21905D8BCF1E}"/>
                </a:ext>
              </a:extLst>
            </p:cNvPr>
            <p:cNvSpPr txBox="1"/>
            <p:nvPr/>
          </p:nvSpPr>
          <p:spPr>
            <a:xfrm>
              <a:off x="7583295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A30AF4D-D64C-F4E4-9DA2-C88EFA96D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5225" y="3667554"/>
              <a:ext cx="0" cy="1080104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CDC68E67-2394-FE3F-D7EE-24A7ECDE99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9923" y="965200"/>
              <a:ext cx="14" cy="323318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FC74EA0F-3A81-AF2C-D71D-32023583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8792" y="3079951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B750CD34-A59B-EE9D-3C58-27BB6EF6F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7992" y="2298700"/>
              <a:ext cx="0" cy="337726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0C3D549A-4643-86E2-B59C-0B2CF7CFBEB4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8986244" y="1504951"/>
              <a:ext cx="0" cy="3247470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45F03F5-18F8-F29E-39C4-17ECB951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1976" y="1500188"/>
              <a:ext cx="6016" cy="357406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D2D3D49-847C-1FAE-F224-F42772CDD3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0637" y="3673461"/>
              <a:ext cx="0" cy="1080104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D17FF6AE-85D0-9EB7-0106-E7B9F99FF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9450" y="3073459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20862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835BC0C3-8CEF-3F23-57A3-64F38C1027E9}"/>
              </a:ext>
            </a:extLst>
          </p:cNvPr>
          <p:cNvGrpSpPr/>
          <p:nvPr/>
        </p:nvGrpSpPr>
        <p:grpSpPr>
          <a:xfrm>
            <a:off x="3057061" y="1150801"/>
            <a:ext cx="2356702" cy="4780573"/>
            <a:chOff x="3057061" y="1150801"/>
            <a:chExt cx="2356702" cy="4780573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8986CF9-6861-B626-6FFE-784F3588E1AF}"/>
                </a:ext>
              </a:extLst>
            </p:cNvPr>
            <p:cNvSpPr txBox="1"/>
            <p:nvPr/>
          </p:nvSpPr>
          <p:spPr>
            <a:xfrm>
              <a:off x="4177313" y="5623597"/>
              <a:ext cx="214954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9395B98-A11B-62DB-BED8-7ED3BA18D8AF}"/>
                </a:ext>
              </a:extLst>
            </p:cNvPr>
            <p:cNvSpPr txBox="1"/>
            <p:nvPr/>
          </p:nvSpPr>
          <p:spPr>
            <a:xfrm>
              <a:off x="3373813" y="1728777"/>
              <a:ext cx="695335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9FED1CF-E40F-F1B4-EF0C-298EE19EC4D1}"/>
                </a:ext>
              </a:extLst>
            </p:cNvPr>
            <p:cNvSpPr txBox="1"/>
            <p:nvPr/>
          </p:nvSpPr>
          <p:spPr>
            <a:xfrm>
              <a:off x="4401679" y="1728776"/>
              <a:ext cx="695336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7CEABA8-4955-9FF7-0428-9B56C6DD734F}"/>
                    </a:ext>
                  </a:extLst>
                </p:cNvPr>
                <p:cNvSpPr txBox="1"/>
                <p:nvPr/>
              </p:nvSpPr>
              <p:spPr>
                <a:xfrm>
                  <a:off x="3242439" y="1150801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7CEABA8-4955-9FF7-0428-9B56C6DD7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2439" y="1150801"/>
                  <a:ext cx="958085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1346CD3-7C25-F32B-C3A6-82A8997A8C45}"/>
                    </a:ext>
                  </a:extLst>
                </p:cNvPr>
                <p:cNvSpPr txBox="1"/>
                <p:nvPr/>
              </p:nvSpPr>
              <p:spPr>
                <a:xfrm>
                  <a:off x="4270305" y="1150801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1346CD3-7C25-F32B-C3A6-82A8997A8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305" y="1150801"/>
                  <a:ext cx="95808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46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FBF36BB-A986-CBF6-3244-8CDD26AF27C5}"/>
                </a:ext>
              </a:extLst>
            </p:cNvPr>
            <p:cNvGrpSpPr/>
            <p:nvPr/>
          </p:nvGrpSpPr>
          <p:grpSpPr>
            <a:xfrm>
              <a:off x="3575013" y="2209234"/>
              <a:ext cx="1320800" cy="1003866"/>
              <a:chOff x="1362075" y="2827673"/>
              <a:chExt cx="1320800" cy="109855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98279B7B-2429-88B1-65B5-315496E239DA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E1505F6C-ED74-9B90-CEEC-2D7376526E9A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3F21E8A3-13CC-71C7-FCB0-000EE25977EA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63D73D4F-4CFF-146C-6C8E-F60DE97F3E5A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CDA94D2-F518-84C8-C20F-E9AB52F59CB0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AF2AC63-B16F-324F-9C2F-196F645CDC4A}"/>
                  </a:ext>
                </a:extLst>
              </p:cNvPr>
              <p:cNvSpPr txBox="1"/>
              <p:nvPr/>
            </p:nvSpPr>
            <p:spPr>
              <a:xfrm>
                <a:off x="1501774" y="2881511"/>
                <a:ext cx="1041400" cy="26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BEB79DB-FD29-2F3D-5A25-E3F6C6EBC1BB}"/>
                </a:ext>
              </a:extLst>
            </p:cNvPr>
            <p:cNvCxnSpPr>
              <a:cxnSpLocks/>
              <a:stCxn id="7" idx="2"/>
              <a:endCxn id="5" idx="0"/>
            </p:cNvCxnSpPr>
            <p:nvPr/>
          </p:nvCxnSpPr>
          <p:spPr>
            <a:xfrm flipH="1">
              <a:off x="3721481" y="1550911"/>
              <a:ext cx="1" cy="177866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6AB0E46-DA7A-D7F8-F4AF-7843B76E7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9344" y="1519161"/>
              <a:ext cx="1" cy="209616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B7C92FD-9CCB-883A-E7A6-0C690B7B5BBD}"/>
                </a:ext>
              </a:extLst>
            </p:cNvPr>
            <p:cNvGrpSpPr/>
            <p:nvPr/>
          </p:nvGrpSpPr>
          <p:grpSpPr>
            <a:xfrm>
              <a:off x="3721481" y="1975000"/>
              <a:ext cx="1027865" cy="234234"/>
              <a:chOff x="3721481" y="1975000"/>
              <a:chExt cx="1027865" cy="234234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20CDAFC5-B71C-2360-6A9E-E070635C62F2}"/>
                  </a:ext>
                </a:extLst>
              </p:cNvPr>
              <p:cNvGrpSpPr/>
              <p:nvPr/>
            </p:nvGrpSpPr>
            <p:grpSpPr>
              <a:xfrm>
                <a:off x="3721481" y="1975000"/>
                <a:ext cx="1027865" cy="127075"/>
                <a:chOff x="3721481" y="1974995"/>
                <a:chExt cx="1027865" cy="153893"/>
              </a:xfrm>
            </p:grpSpPr>
            <p:cxnSp>
              <p:nvCxnSpPr>
                <p:cNvPr id="21" name="连接符: 肘形 20">
                  <a:extLst>
                    <a:ext uri="{FF2B5EF4-FFF2-40B4-BE49-F238E27FC236}">
                      <a16:creationId xmlns:a16="http://schemas.microsoft.com/office/drawing/2014/main" id="{2C733D7C-FAC1-E489-FEA9-7852D6FBFF6F}"/>
                    </a:ext>
                  </a:extLst>
                </p:cNvPr>
                <p:cNvCxnSpPr>
                  <a:cxnSpLocks/>
                  <a:stCxn id="5" idx="2"/>
                </p:cNvCxnSpPr>
                <p:nvPr/>
              </p:nvCxnSpPr>
              <p:spPr>
                <a:xfrm rot="16200000" flipH="1">
                  <a:off x="4158468" y="1538008"/>
                  <a:ext cx="153891" cy="102786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D673C7C2-91C8-9E83-79E0-ABCC0AEC9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8C613AA-A01A-5562-4B77-531ABF6E66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40511" y="2099254"/>
                <a:ext cx="1" cy="1099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10A00B5-B41C-6CDB-CE73-0287EF280FFD}"/>
                </a:ext>
              </a:extLst>
            </p:cNvPr>
            <p:cNvSpPr/>
            <p:nvPr/>
          </p:nvSpPr>
          <p:spPr>
            <a:xfrm>
              <a:off x="3580111" y="3743821"/>
              <a:ext cx="1320800" cy="2457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9E042BA-456A-C243-09E4-33E5EB7E281D}"/>
                </a:ext>
              </a:extLst>
            </p:cNvPr>
            <p:cNvSpPr/>
            <p:nvPr/>
          </p:nvSpPr>
          <p:spPr>
            <a:xfrm>
              <a:off x="3575013" y="4170609"/>
              <a:ext cx="1320800" cy="2457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6A07298-6686-7892-8E68-13BB659B28D3}"/>
                </a:ext>
              </a:extLst>
            </p:cNvPr>
            <p:cNvGrpSpPr/>
            <p:nvPr/>
          </p:nvGrpSpPr>
          <p:grpSpPr>
            <a:xfrm>
              <a:off x="3252549" y="4573901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8736728F-8FAE-F6A1-DA59-FE73F43579D0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33AE8B75-1D84-C21D-71CF-C006B30377F5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A9FEC5BB-8D84-0396-3EC6-F65F7F4DAC0F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FBA92E39-8BD5-65B1-C81B-E1CD42F53AE0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0B854C8-F51C-0AC6-A8F1-849005EDB6D1}"/>
                </a:ext>
              </a:extLst>
            </p:cNvPr>
            <p:cNvSpPr/>
            <p:nvPr/>
          </p:nvSpPr>
          <p:spPr>
            <a:xfrm>
              <a:off x="3057061" y="3444689"/>
              <a:ext cx="2356702" cy="2092511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5E7DBEA-9F70-41E5-5A63-9B5D7061D19C}"/>
                </a:ext>
              </a:extLst>
            </p:cNvPr>
            <p:cNvCxnSpPr>
              <a:cxnSpLocks/>
              <a:stCxn id="30" idx="0"/>
              <a:endCxn id="11" idx="2"/>
            </p:cNvCxnSpPr>
            <p:nvPr/>
          </p:nvCxnSpPr>
          <p:spPr>
            <a:xfrm flipV="1">
              <a:off x="4235412" y="3213100"/>
              <a:ext cx="1" cy="23158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E005210-C7EA-7E09-0162-8E22956BB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4790" y="5240453"/>
              <a:ext cx="0" cy="3772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84F02A2-566B-EAC0-C539-4AA96DBD5123}"/>
                </a:ext>
              </a:extLst>
            </p:cNvPr>
            <p:cNvCxnSpPr/>
            <p:nvPr/>
          </p:nvCxnSpPr>
          <p:spPr>
            <a:xfrm flipV="1">
              <a:off x="3749675" y="4411649"/>
              <a:ext cx="0" cy="1622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48181F8-82CB-1B25-B7E4-67795B647D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6048" y="4411649"/>
              <a:ext cx="0" cy="2839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852FAB3-662C-B876-EDCE-BC3D16B23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0040" y="4411649"/>
              <a:ext cx="0" cy="4001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736B1D2-D7CF-E927-6527-D06E3F4E01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5114" y="4411649"/>
              <a:ext cx="0" cy="5272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33B54D79-05E5-3470-66F6-8B5DD7C71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7460" y="3989576"/>
              <a:ext cx="0" cy="18103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73449C83-E00D-7903-E634-E28B7DF62AC3}"/>
                </a:ext>
              </a:extLst>
            </p:cNvPr>
            <p:cNvCxnSpPr>
              <a:cxnSpLocks/>
              <a:endCxn id="23" idx="3"/>
            </p:cNvCxnSpPr>
            <p:nvPr/>
          </p:nvCxnSpPr>
          <p:spPr>
            <a:xfrm rot="5400000" flipH="1" flipV="1">
              <a:off x="3812765" y="4338724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718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6E50066-F8E5-411A-83D6-7B2226B3843B}"/>
                  </a:ext>
                </a:extLst>
              </p:cNvPr>
              <p:cNvSpPr txBox="1"/>
              <p:nvPr/>
            </p:nvSpPr>
            <p:spPr>
              <a:xfrm>
                <a:off x="7261956" y="1108627"/>
                <a:ext cx="34777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6E50066-F8E5-411A-83D6-7B2226B38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956" y="1108627"/>
                <a:ext cx="347779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BAB1F8C7-CE57-47BB-892C-B95B9AB3D4BC}"/>
              </a:ext>
            </a:extLst>
          </p:cNvPr>
          <p:cNvGrpSpPr/>
          <p:nvPr/>
        </p:nvGrpSpPr>
        <p:grpSpPr>
          <a:xfrm>
            <a:off x="5342083" y="1076676"/>
            <a:ext cx="2249077" cy="954448"/>
            <a:chOff x="1575880" y="648459"/>
            <a:chExt cx="2262229" cy="95444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DB55D52-7CB7-4F00-8139-B1F60E0757A5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3DFD5037-D75D-490E-9BE8-99608AA6F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64C0008D-D98C-4A2C-93D3-E17EF293F6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4206974A-E1B8-41C4-A43F-0583BE4B6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29D66D8-82AC-4951-9FCD-FE82B00AE527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BFE5332-85E5-47D2-85F9-319BEE1AB73D}"/>
                </a:ext>
              </a:extLst>
            </p:cNvPr>
            <p:cNvSpPr txBox="1"/>
            <p:nvPr/>
          </p:nvSpPr>
          <p:spPr>
            <a:xfrm>
              <a:off x="1924017" y="648459"/>
              <a:ext cx="1641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D3FA7AE-19EB-4D45-B430-AE01768DFF89}"/>
              </a:ext>
            </a:extLst>
          </p:cNvPr>
          <p:cNvGrpSpPr/>
          <p:nvPr/>
        </p:nvGrpSpPr>
        <p:grpSpPr>
          <a:xfrm>
            <a:off x="5305423" y="4232887"/>
            <a:ext cx="2262222" cy="1696963"/>
            <a:chOff x="448492" y="3700092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C452B50-4344-45DB-9248-C722B2B9C031}"/>
                </a:ext>
              </a:extLst>
            </p:cNvPr>
            <p:cNvGrpSpPr/>
            <p:nvPr/>
          </p:nvGrpSpPr>
          <p:grpSpPr>
            <a:xfrm>
              <a:off x="448492" y="3700092"/>
              <a:ext cx="2262222" cy="1640904"/>
              <a:chOff x="448492" y="3700092"/>
              <a:chExt cx="2262222" cy="1640904"/>
            </a:xfrm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694568C5-95B6-453C-A7AF-E9CDBA0ED61A}"/>
                  </a:ext>
                </a:extLst>
              </p:cNvPr>
              <p:cNvSpPr/>
              <p:nvPr/>
            </p:nvSpPr>
            <p:spPr>
              <a:xfrm>
                <a:off x="448492" y="3700092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0141A1C0-A5A8-4020-9F0D-50DE98729F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8316788"/>
                  </p:ext>
                </p:extLst>
              </p:nvPr>
            </p:nvGraphicFramePr>
            <p:xfrm>
              <a:off x="1823272" y="3768220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660240" imgH="190440" progId="Equation.DSMT4">
                      <p:embed/>
                    </p:oleObj>
                  </mc:Choice>
                  <mc:Fallback>
                    <p:oleObj name="Equation" r:id="rId7" imgW="660240" imgH="190440" progId="Equation.DSMT4">
                      <p:embed/>
                      <p:pic>
                        <p:nvPicPr>
                          <p:cNvPr id="114" name="对象 113">
                            <a:extLst>
                              <a:ext uri="{FF2B5EF4-FFF2-40B4-BE49-F238E27FC236}">
                                <a16:creationId xmlns:a16="http://schemas.microsoft.com/office/drawing/2014/main" id="{D21AB3CA-0A07-42A6-A2CC-34A33D264C8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823272" y="3768220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61F5BA0-CAB7-4CD1-8BAF-79BC14CE6DAF}"/>
                </a:ext>
              </a:extLst>
            </p:cNvPr>
            <p:cNvGrpSpPr/>
            <p:nvPr/>
          </p:nvGrpSpPr>
          <p:grpSpPr>
            <a:xfrm>
              <a:off x="590573" y="3874606"/>
              <a:ext cx="1831763" cy="1442008"/>
              <a:chOff x="2131557" y="4246777"/>
              <a:chExt cx="1831763" cy="1442008"/>
            </a:xfrm>
          </p:grpSpPr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335BF871-B992-4343-89DA-D92E54CC1D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5690" y="5479292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F3E1D3D1-7DB3-4EA6-8D67-A7EDFB0E3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8061" y="4389533"/>
                <a:ext cx="0" cy="1190625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E3E9F7E-0DED-4B36-AA73-F56CA0F91E1E}"/>
                  </a:ext>
                </a:extLst>
              </p:cNvPr>
              <p:cNvSpPr txBox="1"/>
              <p:nvPr/>
            </p:nvSpPr>
            <p:spPr>
              <a:xfrm>
                <a:off x="2618137" y="5473341"/>
                <a:ext cx="1218150" cy="21544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cross-cycle dependencies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A50F8C-8B88-4209-A2F2-CF775CEA5562}"/>
                  </a:ext>
                </a:extLst>
              </p:cNvPr>
              <p:cNvSpPr txBox="1"/>
              <p:nvPr/>
            </p:nvSpPr>
            <p:spPr>
              <a:xfrm rot="16200000">
                <a:off x="1593341" y="4784993"/>
                <a:ext cx="1291875" cy="21544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cross-sensor dependencies</a:t>
                </a: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80B4CE91-C1B4-4F74-82B5-E0CB438E6D14}"/>
                  </a:ext>
                </a:extLst>
              </p:cNvPr>
              <p:cNvGrpSpPr/>
              <p:nvPr/>
            </p:nvGrpSpPr>
            <p:grpSpPr>
              <a:xfrm>
                <a:off x="2511008" y="4516296"/>
                <a:ext cx="1452312" cy="952302"/>
                <a:chOff x="1944579" y="4757095"/>
                <a:chExt cx="1452312" cy="952302"/>
              </a:xfrm>
            </p:grpSpPr>
            <p:sp>
              <p:nvSpPr>
                <p:cNvPr id="20" name="矩形: 圆角 19">
                  <a:extLst>
                    <a:ext uri="{FF2B5EF4-FFF2-40B4-BE49-F238E27FC236}">
                      <a16:creationId xmlns:a16="http://schemas.microsoft.com/office/drawing/2014/main" id="{D4F521A6-8B58-4161-ACD3-CA557913972A}"/>
                    </a:ext>
                  </a:extLst>
                </p:cNvPr>
                <p:cNvSpPr/>
                <p:nvPr/>
              </p:nvSpPr>
              <p:spPr>
                <a:xfrm>
                  <a:off x="2195972" y="4757096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6720A79-15AB-4EBF-BE44-9DE6B16B5BC0}"/>
                    </a:ext>
                  </a:extLst>
                </p:cNvPr>
                <p:cNvSpPr txBox="1"/>
                <p:nvPr/>
              </p:nvSpPr>
              <p:spPr>
                <a:xfrm>
                  <a:off x="2359243" y="4854809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5E00B17B-90FB-4955-9454-D41CD14AD4DF}"/>
                    </a:ext>
                  </a:extLst>
                </p:cNvPr>
                <p:cNvSpPr txBox="1"/>
                <p:nvPr/>
              </p:nvSpPr>
              <p:spPr>
                <a:xfrm>
                  <a:off x="2152652" y="546317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EA6F5D7-2A21-4D40-87E1-AB03EB3F4DA9}"/>
                    </a:ext>
                  </a:extLst>
                </p:cNvPr>
                <p:cNvSpPr txBox="1"/>
                <p:nvPr/>
              </p:nvSpPr>
              <p:spPr>
                <a:xfrm>
                  <a:off x="2675942" y="546317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7CA7F32-D1EC-4393-91E1-971A3A2929B2}"/>
                    </a:ext>
                  </a:extLst>
                </p:cNvPr>
                <p:cNvSpPr txBox="1"/>
                <p:nvPr/>
              </p:nvSpPr>
              <p:spPr>
                <a:xfrm>
                  <a:off x="3200494" y="546317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23EC2B01-7EC3-4FFB-8F74-0043EFA603E5}"/>
                    </a:ext>
                  </a:extLst>
                </p:cNvPr>
                <p:cNvSpPr/>
                <p:nvPr/>
              </p:nvSpPr>
              <p:spPr>
                <a:xfrm>
                  <a:off x="2717556" y="4757095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20DCD83-0A9E-4388-A456-AE4638787C60}"/>
                    </a:ext>
                  </a:extLst>
                </p:cNvPr>
                <p:cNvSpPr txBox="1"/>
                <p:nvPr/>
              </p:nvSpPr>
              <p:spPr>
                <a:xfrm>
                  <a:off x="2883943" y="4854813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0B3BC5C0-F643-424F-A787-A6577186DB5C}"/>
                    </a:ext>
                  </a:extLst>
                </p:cNvPr>
                <p:cNvSpPr/>
                <p:nvPr/>
              </p:nvSpPr>
              <p:spPr>
                <a:xfrm>
                  <a:off x="3245372" y="4757471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60BBD5DA-2022-44ED-8F84-F56DDD2CA40B}"/>
                    </a:ext>
                  </a:extLst>
                </p:cNvPr>
                <p:cNvSpPr/>
                <p:nvPr/>
              </p:nvSpPr>
              <p:spPr>
                <a:xfrm>
                  <a:off x="1985577" y="4757476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F261A05E-82D1-42DC-A9DB-1D67F4B77F66}"/>
                    </a:ext>
                  </a:extLst>
                </p:cNvPr>
                <p:cNvSpPr txBox="1"/>
                <p:nvPr/>
              </p:nvSpPr>
              <p:spPr>
                <a:xfrm>
                  <a:off x="1944579" y="5463175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CBAE50C-3F35-4737-9585-8C6674CD8C68}"/>
              </a:ext>
            </a:extLst>
          </p:cNvPr>
          <p:cNvGrpSpPr/>
          <p:nvPr/>
        </p:nvGrpSpPr>
        <p:grpSpPr>
          <a:xfrm>
            <a:off x="5343275" y="2931294"/>
            <a:ext cx="2262229" cy="757067"/>
            <a:chOff x="455628" y="2437327"/>
            <a:chExt cx="2262229" cy="757067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31B0B08-1A70-4F28-B370-E1A901F37EBC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FD37FF33-3C6A-4D84-B2C0-57619E8BE6A5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 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4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eature Map</a:t>
                </a:r>
              </a:p>
              <a:p>
                <a:pPr algn="ctr"/>
                <a:endPara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63B5FF37-8906-4BFB-B3A2-A5D2E966F36C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F6E35822-C2DD-4BA8-9DED-3B612EDF3338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D44AFAE7-BDE5-41C9-9ED2-D6E5DCD606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2AF97EB2-1D51-4851-8563-3D7245F4F99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BDC3FAA7-6C83-4F19-9836-51397ECACA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7441A17-59CE-4A5A-B3B4-075730652CEE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4FF489A-D614-4C92-AFDA-2801F970EF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A606AEF-B7FE-42BD-8BD2-530568B4A16D}"/>
                    </a:ext>
                  </a:extLst>
                </p:cNvPr>
                <p:cNvSpPr txBox="1"/>
                <p:nvPr/>
              </p:nvSpPr>
              <p:spPr>
                <a:xfrm>
                  <a:off x="2354910" y="2437327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A606AEF-B7FE-42BD-8BD2-530568B4A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4910" y="2437327"/>
                  <a:ext cx="349813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D17B8F6-7586-4626-A6D7-A109B713C95C}"/>
              </a:ext>
            </a:extLst>
          </p:cNvPr>
          <p:cNvCxnSpPr>
            <a:cxnSpLocks/>
          </p:cNvCxnSpPr>
          <p:nvPr/>
        </p:nvCxnSpPr>
        <p:spPr>
          <a:xfrm flipH="1">
            <a:off x="6466620" y="4072410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FF8C01F-C5F4-475F-B856-29869119062B}"/>
              </a:ext>
            </a:extLst>
          </p:cNvPr>
          <p:cNvSpPr/>
          <p:nvPr/>
        </p:nvSpPr>
        <p:spPr>
          <a:xfrm>
            <a:off x="5510708" y="3860414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7DCF25-7639-449E-9C4E-16EF2A610E9C}"/>
              </a:ext>
            </a:extLst>
          </p:cNvPr>
          <p:cNvSpPr/>
          <p:nvPr/>
        </p:nvSpPr>
        <p:spPr>
          <a:xfrm>
            <a:off x="5510708" y="2186681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self-attention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6328143-27E4-4AE0-9AB6-99EDDC80326E}"/>
              </a:ext>
            </a:extLst>
          </p:cNvPr>
          <p:cNvSpPr/>
          <p:nvPr/>
        </p:nvSpPr>
        <p:spPr>
          <a:xfrm>
            <a:off x="5512434" y="2566540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38ACEBD-385A-42CB-B95C-B5751BDFF49A}"/>
              </a:ext>
            </a:extLst>
          </p:cNvPr>
          <p:cNvCxnSpPr>
            <a:cxnSpLocks/>
          </p:cNvCxnSpPr>
          <p:nvPr/>
        </p:nvCxnSpPr>
        <p:spPr>
          <a:xfrm flipH="1">
            <a:off x="6460418" y="3683876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4DDB6B6-F019-4F79-966B-36820F020ABB}"/>
              </a:ext>
            </a:extLst>
          </p:cNvPr>
          <p:cNvCxnSpPr>
            <a:cxnSpLocks/>
          </p:cNvCxnSpPr>
          <p:nvPr/>
        </p:nvCxnSpPr>
        <p:spPr>
          <a:xfrm flipH="1">
            <a:off x="6463593" y="2779243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072A491-A504-449A-BDEE-6B71F7AECDEE}"/>
              </a:ext>
            </a:extLst>
          </p:cNvPr>
          <p:cNvCxnSpPr>
            <a:cxnSpLocks/>
          </p:cNvCxnSpPr>
          <p:nvPr/>
        </p:nvCxnSpPr>
        <p:spPr>
          <a:xfrm flipH="1">
            <a:off x="6463593" y="2394899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D219D5D0-2BD9-426F-9EA5-498D351B3DF9}"/>
              </a:ext>
            </a:extLst>
          </p:cNvPr>
          <p:cNvCxnSpPr>
            <a:cxnSpLocks/>
          </p:cNvCxnSpPr>
          <p:nvPr/>
        </p:nvCxnSpPr>
        <p:spPr>
          <a:xfrm flipH="1">
            <a:off x="6463593" y="2028882"/>
            <a:ext cx="1" cy="171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95B76EFA-CF3D-4B62-8D84-F702144B971E}"/>
              </a:ext>
            </a:extLst>
          </p:cNvPr>
          <p:cNvGrpSpPr/>
          <p:nvPr/>
        </p:nvGrpSpPr>
        <p:grpSpPr>
          <a:xfrm>
            <a:off x="8282303" y="1229076"/>
            <a:ext cx="2304312" cy="4853174"/>
            <a:chOff x="8282303" y="1229076"/>
            <a:chExt cx="2304312" cy="48531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90587FF-6F9E-4EE8-B9F7-4D28DAD7EE94}"/>
                    </a:ext>
                  </a:extLst>
                </p:cNvPr>
                <p:cNvSpPr txBox="1"/>
                <p:nvPr/>
              </p:nvSpPr>
              <p:spPr>
                <a:xfrm>
                  <a:off x="10238836" y="1261027"/>
                  <a:ext cx="3477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90587FF-6F9E-4EE8-B9F7-4D28DAD7E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8836" y="1261027"/>
                  <a:ext cx="347779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67E07B33-6CDC-48A8-97BE-E021D83D3951}"/>
                </a:ext>
              </a:extLst>
            </p:cNvPr>
            <p:cNvGrpSpPr/>
            <p:nvPr/>
          </p:nvGrpSpPr>
          <p:grpSpPr>
            <a:xfrm>
              <a:off x="8318963" y="1229076"/>
              <a:ext cx="2249077" cy="954448"/>
              <a:chOff x="1575880" y="648459"/>
              <a:chExt cx="2262229" cy="954448"/>
            </a:xfrm>
          </p:grpSpPr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57EC0DB8-722E-42BB-9870-852D001E332A}"/>
                  </a:ext>
                </a:extLst>
              </p:cNvPr>
              <p:cNvGrpSpPr/>
              <p:nvPr/>
            </p:nvGrpSpPr>
            <p:grpSpPr>
              <a:xfrm>
                <a:off x="1667336" y="939901"/>
                <a:ext cx="2066844" cy="543154"/>
                <a:chOff x="645959" y="671049"/>
                <a:chExt cx="2066844" cy="543154"/>
              </a:xfrm>
            </p:grpSpPr>
            <p:pic>
              <p:nvPicPr>
                <p:cNvPr id="77" name="图片 76">
                  <a:extLst>
                    <a:ext uri="{FF2B5EF4-FFF2-40B4-BE49-F238E27FC236}">
                      <a16:creationId xmlns:a16="http://schemas.microsoft.com/office/drawing/2014/main" id="{D6ABF71D-EDAD-48C0-A546-6E9420C38A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5959" y="671049"/>
                  <a:ext cx="672998" cy="543154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pic>
            <p:pic>
              <p:nvPicPr>
                <p:cNvPr id="78" name="图片 77">
                  <a:extLst>
                    <a:ext uri="{FF2B5EF4-FFF2-40B4-BE49-F238E27FC236}">
                      <a16:creationId xmlns:a16="http://schemas.microsoft.com/office/drawing/2014/main" id="{DD78A67D-5E13-42C5-B068-CDB993773A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2882" y="671049"/>
                  <a:ext cx="672998" cy="543154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pic>
            <p:pic>
              <p:nvPicPr>
                <p:cNvPr id="79" name="图片 78">
                  <a:extLst>
                    <a:ext uri="{FF2B5EF4-FFF2-40B4-BE49-F238E27FC236}">
                      <a16:creationId xmlns:a16="http://schemas.microsoft.com/office/drawing/2014/main" id="{4F1C602F-4DCE-4F2A-839D-E1AA1B1DC1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39805" y="671049"/>
                  <a:ext cx="672998" cy="543154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pic>
          </p:grpSp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6027F965-76C8-4C86-849B-2349340B3FE4}"/>
                  </a:ext>
                </a:extLst>
              </p:cNvPr>
              <p:cNvSpPr/>
              <p:nvPr/>
            </p:nvSpPr>
            <p:spPr>
              <a:xfrm>
                <a:off x="1575880" y="676906"/>
                <a:ext cx="2262229" cy="926001"/>
              </a:xfrm>
              <a:prstGeom prst="round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0E81CC3-D54D-47A0-98E2-9F96B7779A26}"/>
                  </a:ext>
                </a:extLst>
              </p:cNvPr>
              <p:cNvSpPr txBox="1"/>
              <p:nvPr/>
            </p:nvSpPr>
            <p:spPr>
              <a:xfrm>
                <a:off x="1924017" y="648459"/>
                <a:ext cx="16416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Raw Cyclic Signals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859718F5-2173-4795-A048-E92F0DBFDA29}"/>
                </a:ext>
              </a:extLst>
            </p:cNvPr>
            <p:cNvGrpSpPr/>
            <p:nvPr/>
          </p:nvGrpSpPr>
          <p:grpSpPr>
            <a:xfrm>
              <a:off x="8282303" y="4385287"/>
              <a:ext cx="2262222" cy="1696963"/>
              <a:chOff x="448492" y="3700092"/>
              <a:chExt cx="2262222" cy="16409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25653DD0-82EF-4337-8A73-65963CEE8D3F}"/>
                  </a:ext>
                </a:extLst>
              </p:cNvPr>
              <p:cNvGrpSpPr/>
              <p:nvPr/>
            </p:nvGrpSpPr>
            <p:grpSpPr>
              <a:xfrm>
                <a:off x="448492" y="3700092"/>
                <a:ext cx="2262222" cy="1640904"/>
                <a:chOff x="448492" y="3700092"/>
                <a:chExt cx="2262222" cy="1640904"/>
              </a:xfrm>
            </p:grpSpPr>
            <p:sp>
              <p:nvSpPr>
                <p:cNvPr id="98" name="矩形: 圆角 97">
                  <a:extLst>
                    <a:ext uri="{FF2B5EF4-FFF2-40B4-BE49-F238E27FC236}">
                      <a16:creationId xmlns:a16="http://schemas.microsoft.com/office/drawing/2014/main" id="{CA4055A4-8D13-47E4-B66F-E20C1F2D63D4}"/>
                    </a:ext>
                  </a:extLst>
                </p:cNvPr>
                <p:cNvSpPr/>
                <p:nvPr/>
              </p:nvSpPr>
              <p:spPr>
                <a:xfrm>
                  <a:off x="448492" y="3700092"/>
                  <a:ext cx="2262222" cy="1640904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US" altLang="zh-CN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Feature Map</a:t>
                  </a:r>
                </a:p>
                <a:p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9" name="对象 98">
                      <a:extLst>
                        <a:ext uri="{FF2B5EF4-FFF2-40B4-BE49-F238E27FC236}">
                          <a16:creationId xmlns:a16="http://schemas.microsoft.com/office/drawing/2014/main" id="{E3AC026F-65E0-4ECE-A709-31B7C7F2E9F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57620026"/>
                        </p:ext>
                      </p:extLst>
                    </p:nvPr>
                  </p:nvGraphicFramePr>
                  <p:xfrm>
                    <a:off x="1823272" y="3768220"/>
                    <a:ext cx="660400" cy="1905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9" imgW="660240" imgH="190440" progId="Equation.DSMT4">
                            <p:embed/>
                          </p:oleObj>
                        </mc:Choice>
                        <mc:Fallback>
                          <p:oleObj name="Equation" r:id="rId9" imgW="660240" imgH="190440" progId="Equation.DSMT4">
                            <p:embed/>
                            <p:pic>
                              <p:nvPicPr>
                                <p:cNvPr id="31" name="对象 30">
                                  <a:extLst>
                                    <a:ext uri="{FF2B5EF4-FFF2-40B4-BE49-F238E27FC236}">
                                      <a16:creationId xmlns:a16="http://schemas.microsoft.com/office/drawing/2014/main" id="{0141A1C0-A5A8-4020-9F0D-50DE98729F73}"/>
                                    </a:ext>
                                  </a:extLst>
                                </p:cNvPr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823272" y="3768220"/>
                                  <a:ext cx="660400" cy="1905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99" name="对象 98">
                      <a:extLst>
                        <a:ext uri="{FF2B5EF4-FFF2-40B4-BE49-F238E27FC236}">
                          <a16:creationId xmlns:a16="http://schemas.microsoft.com/office/drawing/2014/main" id="{E3AC026F-65E0-4ECE-A709-31B7C7F2E9F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57620026"/>
                        </p:ext>
                      </p:extLst>
                    </p:nvPr>
                  </p:nvGraphicFramePr>
                  <p:xfrm>
                    <a:off x="1823272" y="3768220"/>
                    <a:ext cx="660400" cy="1905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3096" name="Equation" r:id="rId10" imgW="660240" imgH="190440" progId="Equation.DSMT4">
                            <p:embed/>
                          </p:oleObj>
                        </mc:Choice>
                        <mc:Fallback>
                          <p:oleObj name="Equation" r:id="rId10" imgW="660240" imgH="190440" progId="Equation.DSMT4">
                            <p:embed/>
                            <p:pic>
                              <p:nvPicPr>
                                <p:cNvPr id="31" name="对象 30">
                                  <a:extLst>
                                    <a:ext uri="{FF2B5EF4-FFF2-40B4-BE49-F238E27FC236}">
                                      <a16:creationId xmlns:a16="http://schemas.microsoft.com/office/drawing/2014/main" id="{0141A1C0-A5A8-4020-9F0D-50DE98729F73}"/>
                                    </a:ext>
                                  </a:extLst>
                                </p:cNvPr>
                                <p:cNvPicPr/>
                                <p:nvPr/>
                              </p:nvPicPr>
                              <p:blipFill>
                                <a:blip r:embed="rId11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823272" y="3768220"/>
                                  <a:ext cx="660400" cy="1905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D4968331-9B34-4C23-BCDD-0881B76B1962}"/>
                  </a:ext>
                </a:extLst>
              </p:cNvPr>
              <p:cNvGrpSpPr/>
              <p:nvPr/>
            </p:nvGrpSpPr>
            <p:grpSpPr>
              <a:xfrm>
                <a:off x="590573" y="3874606"/>
                <a:ext cx="1831763" cy="1442008"/>
                <a:chOff x="2131557" y="4246777"/>
                <a:chExt cx="1831763" cy="1442008"/>
              </a:xfrm>
            </p:grpSpPr>
            <p:cxnSp>
              <p:nvCxnSpPr>
                <p:cNvPr id="83" name="直接箭头连接符 82">
                  <a:extLst>
                    <a:ext uri="{FF2B5EF4-FFF2-40B4-BE49-F238E27FC236}">
                      <a16:creationId xmlns:a16="http://schemas.microsoft.com/office/drawing/2014/main" id="{BB88C3E5-623A-4BAD-A8E9-2E6B216C4B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35690" y="5479292"/>
                  <a:ext cx="1411314" cy="0"/>
                </a:xfrm>
                <a:prstGeom prst="straightConnector1">
                  <a:avLst/>
                </a:prstGeom>
                <a:ln>
                  <a:headEnd w="med" len="lg"/>
                  <a:tailEnd type="stealth" w="med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4" name="直接箭头连接符 83">
                  <a:extLst>
                    <a:ext uri="{FF2B5EF4-FFF2-40B4-BE49-F238E27FC236}">
                      <a16:creationId xmlns:a16="http://schemas.microsoft.com/office/drawing/2014/main" id="{1991A74B-8A30-4D26-8E73-6A6FBC235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8061" y="4389533"/>
                  <a:ext cx="0" cy="1190625"/>
                </a:xfrm>
                <a:prstGeom prst="straightConnector1">
                  <a:avLst/>
                </a:prstGeom>
                <a:ln>
                  <a:tailEnd type="stealth" w="med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F27A3DAD-7231-47AE-A66E-CCF9C729A703}"/>
                    </a:ext>
                  </a:extLst>
                </p:cNvPr>
                <p:cNvSpPr txBox="1"/>
                <p:nvPr/>
              </p:nvSpPr>
              <p:spPr>
                <a:xfrm>
                  <a:off x="2618137" y="5473341"/>
                  <a:ext cx="1218150" cy="215444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cross-cycle dependencies</a:t>
                  </a:r>
                  <a:endParaRPr lang="zh-CN" alt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5C47ED14-EE1F-43A0-8366-37B4814A3FB4}"/>
                    </a:ext>
                  </a:extLst>
                </p:cNvPr>
                <p:cNvSpPr txBox="1"/>
                <p:nvPr/>
              </p:nvSpPr>
              <p:spPr>
                <a:xfrm rot="16200000">
                  <a:off x="1593341" y="4784993"/>
                  <a:ext cx="1291875" cy="215444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cross-sensor dependencies</a:t>
                  </a:r>
                  <a:endParaRPr lang="zh-CN" alt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7" name="组合 86">
                  <a:extLst>
                    <a:ext uri="{FF2B5EF4-FFF2-40B4-BE49-F238E27FC236}">
                      <a16:creationId xmlns:a16="http://schemas.microsoft.com/office/drawing/2014/main" id="{AAB474C8-86AE-46E1-A984-8846EE5CB042}"/>
                    </a:ext>
                  </a:extLst>
                </p:cNvPr>
                <p:cNvGrpSpPr/>
                <p:nvPr/>
              </p:nvGrpSpPr>
              <p:grpSpPr>
                <a:xfrm>
                  <a:off x="2511008" y="4516296"/>
                  <a:ext cx="1452312" cy="952302"/>
                  <a:chOff x="1944579" y="4757095"/>
                  <a:chExt cx="1452312" cy="952302"/>
                </a:xfrm>
              </p:grpSpPr>
              <p:sp>
                <p:nvSpPr>
                  <p:cNvPr id="88" name="矩形: 圆角 87">
                    <a:extLst>
                      <a:ext uri="{FF2B5EF4-FFF2-40B4-BE49-F238E27FC236}">
                        <a16:creationId xmlns:a16="http://schemas.microsoft.com/office/drawing/2014/main" id="{3871A614-D2E6-4DC6-A884-FBC1C09FDE8E}"/>
                      </a:ext>
                    </a:extLst>
                  </p:cNvPr>
                  <p:cNvSpPr/>
                  <p:nvPr/>
                </p:nvSpPr>
                <p:spPr>
                  <a:xfrm>
                    <a:off x="2195972" y="4757096"/>
                    <a:ext cx="109758" cy="685622"/>
                  </a:xfrm>
                  <a:prstGeom prst="roundRect">
                    <a:avLst/>
                  </a:prstGeom>
                  <a:solidFill>
                    <a:srgbClr val="C6DBF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14C85DB4-5A84-4D33-8D19-0B6A570CD8E7}"/>
                      </a:ext>
                    </a:extLst>
                  </p:cNvPr>
                  <p:cNvSpPr txBox="1"/>
                  <p:nvPr/>
                </p:nvSpPr>
                <p:spPr>
                  <a:xfrm>
                    <a:off x="2359243" y="4854809"/>
                    <a:ext cx="304800" cy="36933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...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97707DE7-ABED-4293-A314-DE303EF74D8D}"/>
                      </a:ext>
                    </a:extLst>
                  </p:cNvPr>
                  <p:cNvSpPr txBox="1"/>
                  <p:nvPr/>
                </p:nvSpPr>
                <p:spPr>
                  <a:xfrm>
                    <a:off x="2152652" y="5463176"/>
                    <a:ext cx="196397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1" name="文本框 90">
                    <a:extLst>
                      <a:ext uri="{FF2B5EF4-FFF2-40B4-BE49-F238E27FC236}">
                        <a16:creationId xmlns:a16="http://schemas.microsoft.com/office/drawing/2014/main" id="{4A26C824-4C86-48DE-A6D6-EF34CC2E6F0D}"/>
                      </a:ext>
                    </a:extLst>
                  </p:cNvPr>
                  <p:cNvSpPr txBox="1"/>
                  <p:nvPr/>
                </p:nvSpPr>
                <p:spPr>
                  <a:xfrm>
                    <a:off x="2675942" y="5463176"/>
                    <a:ext cx="196397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1B7B500F-ADC8-4DD4-AA92-65320549399B}"/>
                      </a:ext>
                    </a:extLst>
                  </p:cNvPr>
                  <p:cNvSpPr txBox="1"/>
                  <p:nvPr/>
                </p:nvSpPr>
                <p:spPr>
                  <a:xfrm>
                    <a:off x="3200494" y="5463176"/>
                    <a:ext cx="196397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" name="矩形: 圆角 92">
                    <a:extLst>
                      <a:ext uri="{FF2B5EF4-FFF2-40B4-BE49-F238E27FC236}">
                        <a16:creationId xmlns:a16="http://schemas.microsoft.com/office/drawing/2014/main" id="{6E289E91-3A09-467E-85CC-E693B9E81DBD}"/>
                      </a:ext>
                    </a:extLst>
                  </p:cNvPr>
                  <p:cNvSpPr/>
                  <p:nvPr/>
                </p:nvSpPr>
                <p:spPr>
                  <a:xfrm>
                    <a:off x="2717556" y="4757095"/>
                    <a:ext cx="109758" cy="685622"/>
                  </a:xfrm>
                  <a:prstGeom prst="roundRect">
                    <a:avLst/>
                  </a:prstGeom>
                  <a:solidFill>
                    <a:srgbClr val="C6DBF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32B22927-B630-489A-B0E0-94B87EC45BDE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943" y="4854813"/>
                    <a:ext cx="304800" cy="36933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...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5" name="矩形: 圆角 94">
                    <a:extLst>
                      <a:ext uri="{FF2B5EF4-FFF2-40B4-BE49-F238E27FC236}">
                        <a16:creationId xmlns:a16="http://schemas.microsoft.com/office/drawing/2014/main" id="{DF641FE8-7C07-4A71-8C2C-643973F98034}"/>
                      </a:ext>
                    </a:extLst>
                  </p:cNvPr>
                  <p:cNvSpPr/>
                  <p:nvPr/>
                </p:nvSpPr>
                <p:spPr>
                  <a:xfrm>
                    <a:off x="3245372" y="4757471"/>
                    <a:ext cx="109758" cy="679484"/>
                  </a:xfrm>
                  <a:prstGeom prst="roundRect">
                    <a:avLst/>
                  </a:prstGeom>
                  <a:solidFill>
                    <a:srgbClr val="C6DBF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6" name="矩形: 圆角 95">
                    <a:extLst>
                      <a:ext uri="{FF2B5EF4-FFF2-40B4-BE49-F238E27FC236}">
                        <a16:creationId xmlns:a16="http://schemas.microsoft.com/office/drawing/2014/main" id="{EA8D3D0F-09AC-4A86-83B8-FA12C4C3C57D}"/>
                      </a:ext>
                    </a:extLst>
                  </p:cNvPr>
                  <p:cNvSpPr/>
                  <p:nvPr/>
                </p:nvSpPr>
                <p:spPr>
                  <a:xfrm>
                    <a:off x="1985577" y="4757476"/>
                    <a:ext cx="109758" cy="685622"/>
                  </a:xfrm>
                  <a:prstGeom prst="roundRect">
                    <a:avLst/>
                  </a:prstGeom>
                  <a:solidFill>
                    <a:srgbClr val="C6DBF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07DE3136-0D27-49BE-849A-6F42ABCDF9ED}"/>
                      </a:ext>
                    </a:extLst>
                  </p:cNvPr>
                  <p:cNvSpPr txBox="1"/>
                  <p:nvPr/>
                </p:nvSpPr>
                <p:spPr>
                  <a:xfrm>
                    <a:off x="1944579" y="5463175"/>
                    <a:ext cx="196397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AAAAF075-02F3-4CA1-B40D-2633404047C4}"/>
                </a:ext>
              </a:extLst>
            </p:cNvPr>
            <p:cNvGrpSpPr/>
            <p:nvPr/>
          </p:nvGrpSpPr>
          <p:grpSpPr>
            <a:xfrm>
              <a:off x="8320155" y="3083694"/>
              <a:ext cx="2262229" cy="757067"/>
              <a:chOff x="455628" y="2437327"/>
              <a:chExt cx="2262229" cy="757067"/>
            </a:xfrm>
          </p:grpSpPr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0BC5F043-DA1A-4A6D-BF3A-AB25ECC1B939}"/>
                  </a:ext>
                </a:extLst>
              </p:cNvPr>
              <p:cNvGrpSpPr/>
              <p:nvPr/>
            </p:nvGrpSpPr>
            <p:grpSpPr>
              <a:xfrm>
                <a:off x="455628" y="2451799"/>
                <a:ext cx="2262229" cy="742595"/>
                <a:chOff x="6096000" y="2096865"/>
                <a:chExt cx="2262229" cy="742595"/>
              </a:xfrm>
            </p:grpSpPr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26E6E973-A289-449E-9439-8A9F43CD736F}"/>
                    </a:ext>
                  </a:extLst>
                </p:cNvPr>
                <p:cNvSpPr/>
                <p:nvPr/>
              </p:nvSpPr>
              <p:spPr>
                <a:xfrm>
                  <a:off x="6096000" y="2096865"/>
                  <a:ext cx="2262229" cy="74259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C</a:t>
                  </a:r>
                  <a:r>
                    <a:rPr lang="en-US" altLang="zh-CN" sz="1400" b="0" i="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onvolved </a:t>
                  </a:r>
                  <a:r>
                    <a:rPr lang="en-US" altLang="zh-CN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1400" b="0" i="0" dirty="0"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eature Map</a:t>
                  </a:r>
                </a:p>
                <a:p>
                  <a:pPr algn="ctr"/>
                  <a:endParaRPr lang="en-US" altLang="zh-CN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04" name="组合 103">
                  <a:extLst>
                    <a:ext uri="{FF2B5EF4-FFF2-40B4-BE49-F238E27FC236}">
                      <a16:creationId xmlns:a16="http://schemas.microsoft.com/office/drawing/2014/main" id="{7EE7751D-E80F-4376-BA63-EDD156A8E42F}"/>
                    </a:ext>
                  </a:extLst>
                </p:cNvPr>
                <p:cNvGrpSpPr/>
                <p:nvPr/>
              </p:nvGrpSpPr>
              <p:grpSpPr>
                <a:xfrm>
                  <a:off x="6602310" y="2371013"/>
                  <a:ext cx="1209675" cy="369332"/>
                  <a:chOff x="4443015" y="2106097"/>
                  <a:chExt cx="1209675" cy="369332"/>
                </a:xfrm>
              </p:grpSpPr>
              <p:sp>
                <p:nvSpPr>
                  <p:cNvPr id="106" name="矩形: 圆角 105">
                    <a:extLst>
                      <a:ext uri="{FF2B5EF4-FFF2-40B4-BE49-F238E27FC236}">
                        <a16:creationId xmlns:a16="http://schemas.microsoft.com/office/drawing/2014/main" id="{ED93DC86-7B4F-4380-8DA4-7D8E793CC79D}"/>
                      </a:ext>
                    </a:extLst>
                  </p:cNvPr>
                  <p:cNvSpPr/>
                  <p:nvPr/>
                </p:nvSpPr>
                <p:spPr>
                  <a:xfrm>
                    <a:off x="4443015" y="2291885"/>
                    <a:ext cx="1209675" cy="133350"/>
                  </a:xfrm>
                  <a:prstGeom prst="roundRect">
                    <a:avLst/>
                  </a:prstGeom>
                  <a:solidFill>
                    <a:srgbClr val="C6DBF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7" name="椭圆 106">
                    <a:extLst>
                      <a:ext uri="{FF2B5EF4-FFF2-40B4-BE49-F238E27FC236}">
                        <a16:creationId xmlns:a16="http://schemas.microsoft.com/office/drawing/2014/main" id="{D31011D0-AD33-4273-81B3-98332FD285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560095" y="2324102"/>
                    <a:ext cx="68149" cy="68917"/>
                  </a:xfrm>
                  <a:prstGeom prst="ellipse">
                    <a:avLst/>
                  </a:prstGeom>
                  <a:solidFill>
                    <a:srgbClr val="FFD97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8" name="椭圆 107">
                    <a:extLst>
                      <a:ext uri="{FF2B5EF4-FFF2-40B4-BE49-F238E27FC236}">
                        <a16:creationId xmlns:a16="http://schemas.microsoft.com/office/drawing/2014/main" id="{8014CDA2-8814-4542-B799-9E6FC9F31C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723663" y="2324102"/>
                    <a:ext cx="68149" cy="68917"/>
                  </a:xfrm>
                  <a:prstGeom prst="ellipse">
                    <a:avLst/>
                  </a:prstGeom>
                  <a:solidFill>
                    <a:srgbClr val="FFD97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9" name="椭圆 108">
                    <a:extLst>
                      <a:ext uri="{FF2B5EF4-FFF2-40B4-BE49-F238E27FC236}">
                        <a16:creationId xmlns:a16="http://schemas.microsoft.com/office/drawing/2014/main" id="{FDA45691-A0C5-4D7F-9592-9F7A3DABA9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470526" y="2324102"/>
                    <a:ext cx="68149" cy="68917"/>
                  </a:xfrm>
                  <a:prstGeom prst="ellipse">
                    <a:avLst/>
                  </a:prstGeom>
                  <a:solidFill>
                    <a:srgbClr val="FFD97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474E15D2-972D-49A1-B011-C7DD7FD5BFA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7853" y="2106097"/>
                    <a:ext cx="330199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anchor="ctr">
                    <a:spAutoFit/>
                  </a:bodyPr>
                  <a:lstStyle/>
                  <a:p>
                    <a:pPr algn="ctr"/>
                    <a:r>
                      <a:rPr lang="en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...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46D916B7-EDED-47A6-AFFE-53B1C2C030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39027" y="2589017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F25EFB36-5941-41D5-969A-70D877472277}"/>
                      </a:ext>
                    </a:extLst>
                  </p:cNvPr>
                  <p:cNvSpPr txBox="1"/>
                  <p:nvPr/>
                </p:nvSpPr>
                <p:spPr>
                  <a:xfrm>
                    <a:off x="2354910" y="2437327"/>
                    <a:ext cx="34981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zh-CN" altLang="en-US" sz="1000" dirty="0"/>
                  </a:p>
                </p:txBody>
              </p:sp>
            </mc:Choice>
            <mc:Fallback xmlns="">
              <p:sp>
                <p:nvSpPr>
                  <p:cNvPr id="102" name="文本框 101">
                    <a:extLst>
                      <a:ext uri="{FF2B5EF4-FFF2-40B4-BE49-F238E27FC236}">
                        <a16:creationId xmlns:a16="http://schemas.microsoft.com/office/drawing/2014/main" id="{F25EFB36-5941-41D5-969A-70D8774722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54910" y="2437327"/>
                    <a:ext cx="349813" cy="24622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84F03950-E7B2-4BA6-9F6C-59711AEEC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3500" y="4224810"/>
              <a:ext cx="1" cy="1710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E2442F9A-1F7D-4C46-9A04-DC3951BDF942}"/>
                </a:ext>
              </a:extLst>
            </p:cNvPr>
            <p:cNvSpPr/>
            <p:nvPr/>
          </p:nvSpPr>
          <p:spPr>
            <a:xfrm>
              <a:off x="8487588" y="4012814"/>
              <a:ext cx="1927365" cy="204028"/>
            </a:xfrm>
            <a:prstGeom prst="round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Flatten (opt.) &amp; Stack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F289EFD3-34ED-4C9A-B36C-182C626637B2}"/>
                </a:ext>
              </a:extLst>
            </p:cNvPr>
            <p:cNvSpPr/>
            <p:nvPr/>
          </p:nvSpPr>
          <p:spPr>
            <a:xfrm>
              <a:off x="8487588" y="2339081"/>
              <a:ext cx="1927365" cy="204028"/>
            </a:xfrm>
            <a:prstGeom prst="round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Stochastic self-attention</a:t>
              </a:r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BE42F589-CADE-4F37-8657-C04D1C40B4DD}"/>
                </a:ext>
              </a:extLst>
            </p:cNvPr>
            <p:cNvSpPr/>
            <p:nvPr/>
          </p:nvSpPr>
          <p:spPr>
            <a:xfrm>
              <a:off x="8489314" y="2718940"/>
              <a:ext cx="1927365" cy="204028"/>
            </a:xfrm>
            <a:prstGeom prst="round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Dilated 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EDB28432-5C98-4DF8-ADDC-3AA5D974B8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7298" y="3836276"/>
              <a:ext cx="1" cy="1710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E73D68AD-D8BE-42BB-B25E-6BE746686B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0473" y="2931643"/>
              <a:ext cx="1" cy="1710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74901C33-3632-40B1-AA8A-2857B92948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0473" y="2547299"/>
              <a:ext cx="1" cy="1710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17148519-E276-43F7-AB4D-951379ADF7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40473" y="2181282"/>
              <a:ext cx="1" cy="1710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6759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1E092F4-B28D-F854-B26F-641987B95F1A}"/>
              </a:ext>
            </a:extLst>
          </p:cNvPr>
          <p:cNvSpPr/>
          <p:nvPr/>
        </p:nvSpPr>
        <p:spPr>
          <a:xfrm>
            <a:off x="340568" y="186611"/>
            <a:ext cx="8527208" cy="385666"/>
          </a:xfrm>
          <a:prstGeom prst="roundRect">
            <a:avLst/>
          </a:prstGeom>
          <a:solidFill>
            <a:srgbClr val="FFE3A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 Estimation &amp; Uncertainty Quantification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CB0CAE-C131-A2EE-78DC-1FBC56EB2845}"/>
              </a:ext>
            </a:extLst>
          </p:cNvPr>
          <p:cNvSpPr/>
          <p:nvPr/>
        </p:nvSpPr>
        <p:spPr>
          <a:xfrm>
            <a:off x="9025812" y="186611"/>
            <a:ext cx="2825620" cy="385666"/>
          </a:xfrm>
          <a:prstGeom prst="roundRect">
            <a:avLst/>
          </a:prstGeom>
          <a:solidFill>
            <a:srgbClr val="FFE3A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Calibration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B958F0C-0A51-C4CC-5005-6F1CE247C2A9}"/>
              </a:ext>
            </a:extLst>
          </p:cNvPr>
          <p:cNvSpPr/>
          <p:nvPr/>
        </p:nvSpPr>
        <p:spPr>
          <a:xfrm>
            <a:off x="340568" y="5943073"/>
            <a:ext cx="2531217" cy="59055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of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Signal Data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14F8F8-F091-32FC-6670-6C0A58D402CD}"/>
              </a:ext>
            </a:extLst>
          </p:cNvPr>
          <p:cNvSpPr/>
          <p:nvPr/>
        </p:nvSpPr>
        <p:spPr>
          <a:xfrm>
            <a:off x="3093445" y="5939771"/>
            <a:ext cx="3032229" cy="59327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Self-Attention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9710A56-232F-0694-0F8E-4C88EEE17B78}"/>
              </a:ext>
            </a:extLst>
          </p:cNvPr>
          <p:cNvSpPr/>
          <p:nvPr/>
        </p:nvSpPr>
        <p:spPr>
          <a:xfrm>
            <a:off x="6347335" y="5939772"/>
            <a:ext cx="2520441" cy="593269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Transformer (HSSTT)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56632D2-ADFE-97B3-4D8A-FD7C31797173}"/>
              </a:ext>
            </a:extLst>
          </p:cNvPr>
          <p:cNvSpPr/>
          <p:nvPr/>
        </p:nvSpPr>
        <p:spPr>
          <a:xfrm>
            <a:off x="9025809" y="5939771"/>
            <a:ext cx="2825623" cy="59327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Post-Hoc 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Calibration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C7833F0-BAA7-6CA6-E42C-142F38CD8E0B}"/>
                  </a:ext>
                </a:extLst>
              </p:cNvPr>
              <p:cNvSpPr txBox="1"/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C7833F0-BAA7-6CA6-E42C-142F38CD8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FEAE2690-5C93-3ECF-0178-918DC259C7CB}"/>
              </a:ext>
            </a:extLst>
          </p:cNvPr>
          <p:cNvGrpSpPr/>
          <p:nvPr/>
        </p:nvGrpSpPr>
        <p:grpSpPr>
          <a:xfrm>
            <a:off x="448485" y="815996"/>
            <a:ext cx="2262229" cy="926001"/>
            <a:chOff x="1575880" y="676906"/>
            <a:chExt cx="2262229" cy="926001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720E180-408B-CEDC-C781-BA8EABE47CFF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50" name="图片 49">
                <a:extLst>
                  <a:ext uri="{FF2B5EF4-FFF2-40B4-BE49-F238E27FC236}">
                    <a16:creationId xmlns:a16="http://schemas.microsoft.com/office/drawing/2014/main" id="{DAF80482-2702-CDB6-B71A-B185138920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EE69C934-5EA4-63BC-557F-8007EAF97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771A9047-F9C6-5A16-57C9-6E6D06E4C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72FD19E-9D9D-7704-92D4-223366465190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1DC3848-FD5D-9332-7FA7-9BACB7FB31B2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F62D3DC8-9D43-71CE-AED0-6E2436B5D8C8}"/>
              </a:ext>
            </a:extLst>
          </p:cNvPr>
          <p:cNvGrpSpPr/>
          <p:nvPr/>
        </p:nvGrpSpPr>
        <p:grpSpPr>
          <a:xfrm>
            <a:off x="448492" y="4051883"/>
            <a:ext cx="2262222" cy="1640904"/>
            <a:chOff x="448492" y="3700093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BE9193D6-E5FF-7097-26B8-B6FBFCCF2267}"/>
                </a:ext>
              </a:extLst>
            </p:cNvPr>
            <p:cNvGrpSpPr/>
            <p:nvPr/>
          </p:nvGrpSpPr>
          <p:grpSpPr>
            <a:xfrm>
              <a:off x="448492" y="3700093"/>
              <a:ext cx="2262222" cy="1640904"/>
              <a:chOff x="448492" y="3700093"/>
              <a:chExt cx="2262222" cy="1640904"/>
            </a:xfrm>
          </p:grpSpPr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EF8D1B9A-B28C-69B0-90AD-6BEEEA6BE154}"/>
                  </a:ext>
                </a:extLst>
              </p:cNvPr>
              <p:cNvSpPr/>
              <p:nvPr/>
            </p:nvSpPr>
            <p:spPr>
              <a:xfrm>
                <a:off x="448492" y="3700093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75" name="对象 74">
                <a:extLst>
                  <a:ext uri="{FF2B5EF4-FFF2-40B4-BE49-F238E27FC236}">
                    <a16:creationId xmlns:a16="http://schemas.microsoft.com/office/drawing/2014/main" id="{0935F0EA-A127-0556-9E8B-CF8C7B21C4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7063764"/>
                  </p:ext>
                </p:extLst>
              </p:nvPr>
            </p:nvGraphicFramePr>
            <p:xfrm>
              <a:off x="1633538" y="3749675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660240" imgH="190440" progId="Equation.DSMT4">
                      <p:embed/>
                    </p:oleObj>
                  </mc:Choice>
                  <mc:Fallback>
                    <p:oleObj name="Equation" r:id="rId7" imgW="660240" imgH="190440" progId="Equation.DSMT4">
                      <p:embed/>
                      <p:pic>
                        <p:nvPicPr>
                          <p:cNvPr id="29" name="对象 28">
                            <a:extLst>
                              <a:ext uri="{FF2B5EF4-FFF2-40B4-BE49-F238E27FC236}">
                                <a16:creationId xmlns:a16="http://schemas.microsoft.com/office/drawing/2014/main" id="{D6EB9324-F9E6-44DD-A7DB-154757BDBF2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633538" y="3749675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DB7F8E16-BC1F-CA2C-24C6-613822DFEC1E}"/>
                </a:ext>
              </a:extLst>
            </p:cNvPr>
            <p:cNvGrpSpPr/>
            <p:nvPr/>
          </p:nvGrpSpPr>
          <p:grpSpPr>
            <a:xfrm>
              <a:off x="547783" y="4041792"/>
              <a:ext cx="1823755" cy="1299205"/>
              <a:chOff x="2088767" y="4413963"/>
              <a:chExt cx="1823755" cy="1299205"/>
            </a:xfrm>
          </p:grpSpPr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D1E6C565-508D-4486-D7EA-812E574B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08" y="5433844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55B13B03-5204-8478-11CA-AC3824412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271" y="4414333"/>
                <a:ext cx="0" cy="1016859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6F20B8C-F4CF-DA51-FAAC-17410CC2E074}"/>
                  </a:ext>
                </a:extLst>
              </p:cNvPr>
              <p:cNvSpPr txBox="1"/>
              <p:nvPr/>
            </p:nvSpPr>
            <p:spPr>
              <a:xfrm>
                <a:off x="2836137" y="5466947"/>
                <a:ext cx="700458" cy="2462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62B6248C-31A7-8C66-F65F-F166AD1A2F37}"/>
                  </a:ext>
                </a:extLst>
              </p:cNvPr>
              <p:cNvSpPr txBox="1"/>
              <p:nvPr/>
            </p:nvSpPr>
            <p:spPr>
              <a:xfrm rot="16200000">
                <a:off x="1933237" y="4859569"/>
                <a:ext cx="557282" cy="24622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AF06076B-0296-8F8C-A9CE-A9ABBFC6C297}"/>
                  </a:ext>
                </a:extLst>
              </p:cNvPr>
              <p:cNvGrpSpPr/>
              <p:nvPr/>
            </p:nvGrpSpPr>
            <p:grpSpPr>
              <a:xfrm>
                <a:off x="2460210" y="4413963"/>
                <a:ext cx="1452312" cy="952296"/>
                <a:chOff x="1893781" y="4654762"/>
                <a:chExt cx="1452312" cy="952296"/>
              </a:xfrm>
            </p:grpSpPr>
            <p:sp>
              <p:nvSpPr>
                <p:cNvPr id="83" name="矩形: 圆角 82">
                  <a:extLst>
                    <a:ext uri="{FF2B5EF4-FFF2-40B4-BE49-F238E27FC236}">
                      <a16:creationId xmlns:a16="http://schemas.microsoft.com/office/drawing/2014/main" id="{9DAE2A47-4FA7-D824-9D04-724C6EB51168}"/>
                    </a:ext>
                  </a:extLst>
                </p:cNvPr>
                <p:cNvSpPr/>
                <p:nvPr/>
              </p:nvSpPr>
              <p:spPr>
                <a:xfrm>
                  <a:off x="2145174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A46423EE-C906-43A2-6A95-A7DCCC0C4DBF}"/>
                    </a:ext>
                  </a:extLst>
                </p:cNvPr>
                <p:cNvSpPr txBox="1"/>
                <p:nvPr/>
              </p:nvSpPr>
              <p:spPr>
                <a:xfrm>
                  <a:off x="23084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B86AD56-BA3A-29D8-1F1B-AA6C89AA14C8}"/>
                    </a:ext>
                  </a:extLst>
                </p:cNvPr>
                <p:cNvSpPr txBox="1"/>
                <p:nvPr/>
              </p:nvSpPr>
              <p:spPr>
                <a:xfrm>
                  <a:off x="210185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2BD681C4-0538-D44D-1ED9-B2A5F58DC982}"/>
                    </a:ext>
                  </a:extLst>
                </p:cNvPr>
                <p:cNvSpPr txBox="1"/>
                <p:nvPr/>
              </p:nvSpPr>
              <p:spPr>
                <a:xfrm>
                  <a:off x="262514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2753A125-9302-B4EE-8BD1-586EF605FACA}"/>
                    </a:ext>
                  </a:extLst>
                </p:cNvPr>
                <p:cNvSpPr txBox="1"/>
                <p:nvPr/>
              </p:nvSpPr>
              <p:spPr>
                <a:xfrm>
                  <a:off x="3149696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04A14DC8-0138-F79D-0795-03130E0EEE95}"/>
                    </a:ext>
                  </a:extLst>
                </p:cNvPr>
                <p:cNvSpPr/>
                <p:nvPr/>
              </p:nvSpPr>
              <p:spPr>
                <a:xfrm>
                  <a:off x="2666758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F56B2D01-6E67-461A-7E99-39D90A3E6F80}"/>
                    </a:ext>
                  </a:extLst>
                </p:cNvPr>
                <p:cNvSpPr txBox="1"/>
                <p:nvPr/>
              </p:nvSpPr>
              <p:spPr>
                <a:xfrm>
                  <a:off x="28331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矩形: 圆角 91">
                  <a:extLst>
                    <a:ext uri="{FF2B5EF4-FFF2-40B4-BE49-F238E27FC236}">
                      <a16:creationId xmlns:a16="http://schemas.microsoft.com/office/drawing/2014/main" id="{F06445A8-BD75-66D2-157D-D61C2744B99D}"/>
                    </a:ext>
                  </a:extLst>
                </p:cNvPr>
                <p:cNvSpPr/>
                <p:nvPr/>
              </p:nvSpPr>
              <p:spPr>
                <a:xfrm>
                  <a:off x="3194574" y="4655132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C8558011-C021-0ED4-A858-1103A090B268}"/>
                    </a:ext>
                  </a:extLst>
                </p:cNvPr>
                <p:cNvSpPr/>
                <p:nvPr/>
              </p:nvSpPr>
              <p:spPr>
                <a:xfrm>
                  <a:off x="1934779" y="465513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473863F-0EA2-644B-525C-D23A9C3944C6}"/>
                    </a:ext>
                  </a:extLst>
                </p:cNvPr>
                <p:cNvSpPr txBox="1"/>
                <p:nvPr/>
              </p:nvSpPr>
              <p:spPr>
                <a:xfrm>
                  <a:off x="1893781" y="536083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97463E-A50B-87E7-E35E-4F5FE096536C}"/>
              </a:ext>
            </a:extLst>
          </p:cNvPr>
          <p:cNvGrpSpPr/>
          <p:nvPr/>
        </p:nvGrpSpPr>
        <p:grpSpPr>
          <a:xfrm>
            <a:off x="455628" y="2674049"/>
            <a:ext cx="2264970" cy="742595"/>
            <a:chOff x="455628" y="2451799"/>
            <a:chExt cx="2264970" cy="742595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F3792EA-0077-EF50-56BB-2DDE747BD6AD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EE4D8041-7DD7-D242-0BDF-0218B48DD79C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 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eature Map </a:t>
                </a:r>
              </a:p>
              <a:p>
                <a:pPr algn="ctr"/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Containing 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Information</a:t>
                </a: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F71D3FD4-E038-2E19-2A6B-1FFDB62CF585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DD4C8F5F-E616-6008-E874-8DB9673156D2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ED4BC3E0-DD75-5208-6268-9847BA7785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6DD0D93B-27D2-663E-211C-826AF84D0C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>
                  <a:extLst>
                    <a:ext uri="{FF2B5EF4-FFF2-40B4-BE49-F238E27FC236}">
                      <a16:creationId xmlns:a16="http://schemas.microsoft.com/office/drawing/2014/main" id="{21B86AE9-9239-A81A-1DCE-05591F4970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BEE695A6-37AA-57C6-6CD5-B0AC18582250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A4421418-09B0-88DC-7F4F-E84127B723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/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26996E60-ADEF-23FD-6A03-46D97D2127BD}"/>
              </a:ext>
            </a:extLst>
          </p:cNvPr>
          <p:cNvSpPr/>
          <p:nvPr/>
        </p:nvSpPr>
        <p:spPr>
          <a:xfrm>
            <a:off x="9679851" y="2763477"/>
            <a:ext cx="1468016" cy="385666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Isotonic Regressor</a:t>
            </a:r>
            <a:endParaRPr lang="en-US" altLang="zh-CN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707E7DE-4645-5F0D-5571-9BBE311C495C}"/>
              </a:ext>
            </a:extLst>
          </p:cNvPr>
          <p:cNvSpPr/>
          <p:nvPr/>
        </p:nvSpPr>
        <p:spPr>
          <a:xfrm>
            <a:off x="9050570" y="3467624"/>
            <a:ext cx="2825619" cy="2297247"/>
          </a:xfrm>
          <a:prstGeom prst="roundRect">
            <a:avLst/>
          </a:prstGeom>
          <a:ln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 SOH Estimation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ECD09046-D795-30AB-B54F-3D71760DC9F0}"/>
              </a:ext>
            </a:extLst>
          </p:cNvPr>
          <p:cNvGrpSpPr/>
          <p:nvPr/>
        </p:nvGrpSpPr>
        <p:grpSpPr>
          <a:xfrm>
            <a:off x="9001050" y="1100809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1EA5ED4D-53E7-970F-5C9D-237A211C3BB5}"/>
                </a:ext>
              </a:extLst>
            </p:cNvPr>
            <p:cNvGrpSpPr/>
            <p:nvPr/>
          </p:nvGrpSpPr>
          <p:grpSpPr>
            <a:xfrm>
              <a:off x="2302629" y="1894522"/>
              <a:ext cx="2148840" cy="793747"/>
              <a:chOff x="2232660" y="3299460"/>
              <a:chExt cx="2148840" cy="793747"/>
            </a:xfrm>
          </p:grpSpPr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9E36F1DC-0911-EC20-D4B8-514490B0EC83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4A7E712-CEF8-A1BC-C78B-A51B0D65CF2E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6DA6038-8CD1-D04C-65F1-F30EE5E719F6}"/>
                  </a:ext>
                </a:extLst>
              </p:cNvPr>
              <p:cNvSpPr txBox="1"/>
              <p:nvPr/>
            </p:nvSpPr>
            <p:spPr>
              <a:xfrm>
                <a:off x="2284985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1C730DC0-7A13-32ED-FEBB-6D78BAE5A80F}"/>
                  </a:ext>
                </a:extLst>
              </p:cNvPr>
              <p:cNvSpPr txBox="1"/>
              <p:nvPr/>
            </p:nvSpPr>
            <p:spPr>
              <a:xfrm>
                <a:off x="3307080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6C51CCD6-8DCC-CA2F-6A1B-8A39D2FA9D38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0C6C7317-DD99-CB44-FA2A-3CF995553C38}"/>
                  </a:ext>
                </a:extLst>
              </p:cNvPr>
              <p:cNvCxnSpPr>
                <a:cxnSpLocks/>
                <a:stCxn id="119" idx="0"/>
                <a:endCxn id="119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>
                <a:extLst>
                  <a:ext uri="{FF2B5EF4-FFF2-40B4-BE49-F238E27FC236}">
                    <a16:creationId xmlns:a16="http://schemas.microsoft.com/office/drawing/2014/main" id="{ABB0EE53-E224-2C28-1992-EC4177D5E0D2}"/>
                  </a:ext>
                </a:extLst>
              </p:cNvPr>
              <p:cNvCxnSpPr>
                <a:cxnSpLocks/>
                <a:stCxn id="115" idx="0"/>
              </p:cNvCxnSpPr>
              <p:nvPr/>
            </p:nvCxnSpPr>
            <p:spPr>
              <a:xfrm flipV="1">
                <a:off x="2776980" y="3657600"/>
                <a:ext cx="0" cy="1893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250B0D3D-65DE-0A80-B943-C2DA16862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7503C4E-269B-8456-1EFE-7F7955E21670}"/>
              </a:ext>
            </a:extLst>
          </p:cNvPr>
          <p:cNvCxnSpPr>
            <a:stCxn id="113" idx="2"/>
          </p:cNvCxnSpPr>
          <p:nvPr/>
        </p:nvCxnSpPr>
        <p:spPr>
          <a:xfrm flipH="1">
            <a:off x="10413859" y="24323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E245ADCC-363D-F4BB-F71F-F795111671F0}"/>
              </a:ext>
            </a:extLst>
          </p:cNvPr>
          <p:cNvCxnSpPr/>
          <p:nvPr/>
        </p:nvCxnSpPr>
        <p:spPr>
          <a:xfrm flipH="1">
            <a:off x="10413858" y="31435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9B5B8158-43E1-E1A3-BDA6-F15E8395B547}"/>
              </a:ext>
            </a:extLst>
          </p:cNvPr>
          <p:cNvGrpSpPr/>
          <p:nvPr/>
        </p:nvGrpSpPr>
        <p:grpSpPr>
          <a:xfrm>
            <a:off x="1573362" y="683359"/>
            <a:ext cx="9881644" cy="1515759"/>
            <a:chOff x="1573362" y="683359"/>
            <a:chExt cx="9881644" cy="1515759"/>
          </a:xfrm>
        </p:grpSpPr>
        <p:cxnSp>
          <p:nvCxnSpPr>
            <p:cNvPr id="134" name="连接符: 肘形 133">
              <a:extLst>
                <a:ext uri="{FF2B5EF4-FFF2-40B4-BE49-F238E27FC236}">
                  <a16:creationId xmlns:a16="http://schemas.microsoft.com/office/drawing/2014/main" id="{5278127D-A0D0-668E-D13B-043829C9E214}"/>
                </a:ext>
              </a:extLst>
            </p:cNvPr>
            <p:cNvCxnSpPr>
              <a:cxnSpLocks/>
              <a:endCxn id="116" idx="3"/>
            </p:cNvCxnSpPr>
            <p:nvPr/>
          </p:nvCxnSpPr>
          <p:spPr>
            <a:xfrm>
              <a:off x="1573362" y="683359"/>
              <a:ext cx="9881644" cy="1515759"/>
            </a:xfrm>
            <a:prstGeom prst="bentConnector3">
              <a:avLst>
                <a:gd name="adj1" fmla="val 102313"/>
              </a:avLst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9C4CBC98-FC12-522F-2499-AE5D0F960D41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V="1">
              <a:off x="1579600" y="683359"/>
              <a:ext cx="0" cy="13263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C98CA741-29C6-624A-F46C-2DE26A4A2F1F}"/>
              </a:ext>
            </a:extLst>
          </p:cNvPr>
          <p:cNvGrpSpPr/>
          <p:nvPr/>
        </p:nvGrpSpPr>
        <p:grpSpPr>
          <a:xfrm>
            <a:off x="3060187" y="960464"/>
            <a:ext cx="3035813" cy="4502151"/>
            <a:chOff x="3892010" y="1028700"/>
            <a:chExt cx="3035813" cy="4502151"/>
          </a:xfrm>
        </p:grpSpPr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0EA79159-8438-78EB-DD41-7346621E260C}"/>
                </a:ext>
              </a:extLst>
            </p:cNvPr>
            <p:cNvSpPr/>
            <p:nvPr/>
          </p:nvSpPr>
          <p:spPr>
            <a:xfrm>
              <a:off x="3892010" y="1028700"/>
              <a:ext cx="3035813" cy="4502151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EF3EEF07-E08A-1829-05F8-A403B77C73A5}"/>
                </a:ext>
              </a:extLst>
            </p:cNvPr>
            <p:cNvGrpSpPr/>
            <p:nvPr/>
          </p:nvGrpSpPr>
          <p:grpSpPr>
            <a:xfrm>
              <a:off x="4062115" y="1347232"/>
              <a:ext cx="2695601" cy="3959760"/>
              <a:chOff x="6492573" y="1069660"/>
              <a:chExt cx="2695601" cy="3959760"/>
            </a:xfrm>
          </p:grpSpPr>
          <p:sp>
            <p:nvSpPr>
              <p:cNvPr id="200" name="矩形: 圆角 199">
                <a:extLst>
                  <a:ext uri="{FF2B5EF4-FFF2-40B4-BE49-F238E27FC236}">
                    <a16:creationId xmlns:a16="http://schemas.microsoft.com/office/drawing/2014/main" id="{B3FA41CE-F181-0A29-526D-C13381DAE16F}"/>
                  </a:ext>
                </a:extLst>
              </p:cNvPr>
              <p:cNvSpPr/>
              <p:nvPr/>
            </p:nvSpPr>
            <p:spPr>
              <a:xfrm>
                <a:off x="6733818" y="3442869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矩形: 圆角 200">
                <a:extLst>
                  <a:ext uri="{FF2B5EF4-FFF2-40B4-BE49-F238E27FC236}">
                    <a16:creationId xmlns:a16="http://schemas.microsoft.com/office/drawing/2014/main" id="{5DF9ACF0-9AB9-FFB4-2CC2-C891E09F7B39}"/>
                  </a:ext>
                </a:extLst>
              </p:cNvPr>
              <p:cNvSpPr/>
              <p:nvPr/>
            </p:nvSpPr>
            <p:spPr>
              <a:xfrm>
                <a:off x="7163995" y="1857594"/>
                <a:ext cx="1507994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 Stochastic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Representation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矩形: 圆角 201">
                <a:extLst>
                  <a:ext uri="{FF2B5EF4-FFF2-40B4-BE49-F238E27FC236}">
                    <a16:creationId xmlns:a16="http://schemas.microsoft.com/office/drawing/2014/main" id="{4A82914F-A84F-CAB8-A20A-260885B362A1}"/>
                  </a:ext>
                </a:extLst>
              </p:cNvPr>
              <p:cNvSpPr/>
              <p:nvPr/>
            </p:nvSpPr>
            <p:spPr>
              <a:xfrm>
                <a:off x="7216489" y="2643949"/>
                <a:ext cx="1406956" cy="433164"/>
              </a:xfrm>
              <a:prstGeom prst="roundRect">
                <a:avLst/>
              </a:prstGeom>
              <a:solidFill>
                <a:srgbClr val="F2F7E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Distance-Sensitive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Re-embedding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3" name="矩形: 圆角 202">
                <a:extLst>
                  <a:ext uri="{FF2B5EF4-FFF2-40B4-BE49-F238E27FC236}">
                    <a16:creationId xmlns:a16="http://schemas.microsoft.com/office/drawing/2014/main" id="{CF3B7D57-A2C0-77C0-4396-AAB47691784E}"/>
                  </a:ext>
                </a:extLst>
              </p:cNvPr>
              <p:cNvSpPr/>
              <p:nvPr/>
            </p:nvSpPr>
            <p:spPr>
              <a:xfrm>
                <a:off x="7816804" y="1288518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58666BD7-AD61-CD2C-B3AF-435D5C4BD23A}"/>
                  </a:ext>
                </a:extLst>
              </p:cNvPr>
              <p:cNvSpPr txBox="1"/>
              <p:nvPr/>
            </p:nvSpPr>
            <p:spPr>
              <a:xfrm>
                <a:off x="8267848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DC80C9FB-082F-BFAF-4FE9-A95AD3169D60}"/>
                  </a:ext>
                </a:extLst>
              </p:cNvPr>
              <p:cNvSpPr txBox="1"/>
              <p:nvPr/>
            </p:nvSpPr>
            <p:spPr>
              <a:xfrm>
                <a:off x="8784314" y="4752421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E9A17076-3041-9805-D093-8AAEAF7DBC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50072" y="3432331"/>
                <a:ext cx="241130" cy="241130"/>
                <a:chOff x="4801552" y="2902268"/>
                <a:chExt cx="365760" cy="365760"/>
              </a:xfrm>
            </p:grpSpPr>
            <p:sp>
              <p:nvSpPr>
                <p:cNvPr id="222" name="流程图: 接点 221">
                  <a:extLst>
                    <a:ext uri="{FF2B5EF4-FFF2-40B4-BE49-F238E27FC236}">
                      <a16:creationId xmlns:a16="http://schemas.microsoft.com/office/drawing/2014/main" id="{1D202A7B-10F4-9064-5509-F8F500C054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01552" y="2902268"/>
                  <a:ext cx="365760" cy="365760"/>
                </a:xfrm>
                <a:prstGeom prst="flowChartConnecto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3" name="连接符: 曲线 222">
                  <a:extLst>
                    <a:ext uri="{FF2B5EF4-FFF2-40B4-BE49-F238E27FC236}">
                      <a16:creationId xmlns:a16="http://schemas.microsoft.com/office/drawing/2014/main" id="{0DCCE04E-D4A3-63B2-BFBA-868FC7E600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0680" y="2997058"/>
                  <a:ext cx="177028" cy="177005"/>
                </a:xfrm>
                <a:prstGeom prst="curvedConnector3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sp>
            <p:nvSpPr>
              <p:cNvPr id="207" name="矩形: 圆角 206">
                <a:extLst>
                  <a:ext uri="{FF2B5EF4-FFF2-40B4-BE49-F238E27FC236}">
                    <a16:creationId xmlns:a16="http://schemas.microsoft.com/office/drawing/2014/main" id="{C2D9E2DC-F6E6-4BC0-779B-C20CBABEFFEE}"/>
                  </a:ext>
                </a:extLst>
              </p:cNvPr>
              <p:cNvSpPr/>
              <p:nvPr/>
            </p:nvSpPr>
            <p:spPr>
              <a:xfrm>
                <a:off x="6492573" y="3948833"/>
                <a:ext cx="967584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Clustering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3A1FBF21-CB9E-2B37-262E-3678ABFEC5F5}"/>
                  </a:ext>
                </a:extLst>
              </p:cNvPr>
              <p:cNvSpPr txBox="1"/>
              <p:nvPr/>
            </p:nvSpPr>
            <p:spPr>
              <a:xfrm>
                <a:off x="6534310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21EBBF7C-3157-A1B3-37B9-889687BA9D4A}"/>
                  </a:ext>
                </a:extLst>
              </p:cNvPr>
              <p:cNvSpPr txBox="1"/>
              <p:nvPr/>
            </p:nvSpPr>
            <p:spPr>
              <a:xfrm>
                <a:off x="7014559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0" name="直接箭头连接符 209">
                <a:extLst>
                  <a:ext uri="{FF2B5EF4-FFF2-40B4-BE49-F238E27FC236}">
                    <a16:creationId xmlns:a16="http://schemas.microsoft.com/office/drawing/2014/main" id="{0772963A-2857-2AA9-CD80-41A241A7C6DA}"/>
                  </a:ext>
                </a:extLst>
              </p:cNvPr>
              <p:cNvCxnSpPr>
                <a:cxnSpLocks/>
                <a:stCxn id="208" idx="0"/>
              </p:cNvCxnSpPr>
              <p:nvPr/>
            </p:nvCxnSpPr>
            <p:spPr>
              <a:xfrm flipV="1">
                <a:off x="6736240" y="4388786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6144BF2E-945F-E04C-0548-5FA23393DE49}"/>
                  </a:ext>
                </a:extLst>
              </p:cNvPr>
              <p:cNvCxnSpPr>
                <a:cxnSpLocks/>
                <a:stCxn id="209" idx="0"/>
              </p:cNvCxnSpPr>
              <p:nvPr/>
            </p:nvCxnSpPr>
            <p:spPr>
              <a:xfrm flipV="1">
                <a:off x="7216489" y="4381997"/>
                <a:ext cx="0" cy="365661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2" name="直接箭头连接符 211">
                <a:extLst>
                  <a:ext uri="{FF2B5EF4-FFF2-40B4-BE49-F238E27FC236}">
                    <a16:creationId xmlns:a16="http://schemas.microsoft.com/office/drawing/2014/main" id="{1AC64DD0-2D9C-17E4-899D-EC6FC0C637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76365" y="3667554"/>
                <a:ext cx="0" cy="281279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F029463E-BDBD-4674-0489-16D0E1A38BBD}"/>
                  </a:ext>
                </a:extLst>
              </p:cNvPr>
              <p:cNvSpPr txBox="1"/>
              <p:nvPr/>
            </p:nvSpPr>
            <p:spPr>
              <a:xfrm>
                <a:off x="7583295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DD799DED-3CAE-4A74-7AF5-FD1E60FCE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85225" y="3667554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81EDC9EA-65F8-3482-9860-F9B7974F08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59923" y="1069660"/>
                <a:ext cx="14" cy="218858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6" name="直接箭头连接符 215">
                <a:extLst>
                  <a:ext uri="{FF2B5EF4-FFF2-40B4-BE49-F238E27FC236}">
                    <a16:creationId xmlns:a16="http://schemas.microsoft.com/office/drawing/2014/main" id="{71747305-58F6-8B7E-05B3-C91AF19892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8792" y="3079951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509FD3E5-8D62-CFCE-8D93-21DDA4F007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7992" y="2298700"/>
                <a:ext cx="0" cy="33772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AD5D3411-5EB2-C756-0F46-A5AFFB67A69D}"/>
                  </a:ext>
                </a:extLst>
              </p:cNvPr>
              <p:cNvCxnSpPr>
                <a:cxnSpLocks/>
                <a:stCxn id="205" idx="0"/>
              </p:cNvCxnSpPr>
              <p:nvPr/>
            </p:nvCxnSpPr>
            <p:spPr>
              <a:xfrm flipV="1">
                <a:off x="8986244" y="1504951"/>
                <a:ext cx="0" cy="3247470"/>
              </a:xfrm>
              <a:prstGeom prst="straightConnector1">
                <a:avLst/>
              </a:prstGeom>
              <a:ln w="19050">
                <a:headEnd w="med" len="lg"/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9" name="直接箭头连接符 218">
                <a:extLst>
                  <a:ext uri="{FF2B5EF4-FFF2-40B4-BE49-F238E27FC236}">
                    <a16:creationId xmlns:a16="http://schemas.microsoft.com/office/drawing/2014/main" id="{C6BD1E04-583D-DDB7-8227-B0AC33CC2B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1976" y="1500188"/>
                <a:ext cx="6016" cy="35740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F631416F-82F0-19EB-3768-5882645BF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0637" y="3673461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38CD5BBD-D1CA-CEF7-1F2C-DC712986B2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9450" y="3073459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3E927B19-6453-0EEF-CF6B-DE0EBFF155F2}"/>
              </a:ext>
            </a:extLst>
          </p:cNvPr>
          <p:cNvCxnSpPr>
            <a:cxnSpLocks/>
          </p:cNvCxnSpPr>
          <p:nvPr/>
        </p:nvCxnSpPr>
        <p:spPr>
          <a:xfrm>
            <a:off x="1579599" y="1741965"/>
            <a:ext cx="3954" cy="228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BB90A141-994D-C31D-397D-AC0F6D493DFD}"/>
              </a:ext>
            </a:extLst>
          </p:cNvPr>
          <p:cNvCxnSpPr>
            <a:cxnSpLocks/>
          </p:cNvCxnSpPr>
          <p:nvPr/>
        </p:nvCxnSpPr>
        <p:spPr>
          <a:xfrm>
            <a:off x="1585177" y="2456888"/>
            <a:ext cx="0" cy="216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9A72AC96-A588-026E-4895-CF8AB8499D48}"/>
              </a:ext>
            </a:extLst>
          </p:cNvPr>
          <p:cNvCxnSpPr>
            <a:cxnSpLocks/>
          </p:cNvCxnSpPr>
          <p:nvPr/>
        </p:nvCxnSpPr>
        <p:spPr>
          <a:xfrm>
            <a:off x="1586407" y="3856346"/>
            <a:ext cx="0" cy="1884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D83E77CD-6E3D-3993-B602-BC09B4D30ED9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1583981" y="3416644"/>
            <a:ext cx="2762" cy="2301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995A26C-158E-FE0F-E3A5-B1BE443E3BBB}"/>
              </a:ext>
            </a:extLst>
          </p:cNvPr>
          <p:cNvGrpSpPr/>
          <p:nvPr/>
        </p:nvGrpSpPr>
        <p:grpSpPr>
          <a:xfrm>
            <a:off x="6435506" y="981398"/>
            <a:ext cx="2356702" cy="4780573"/>
            <a:chOff x="6435506" y="981398"/>
            <a:chExt cx="2356702" cy="4780573"/>
          </a:xfrm>
        </p:grpSpPr>
        <p:sp>
          <p:nvSpPr>
            <p:cNvPr id="280" name="文本框 279">
              <a:extLst>
                <a:ext uri="{FF2B5EF4-FFF2-40B4-BE49-F238E27FC236}">
                  <a16:creationId xmlns:a16="http://schemas.microsoft.com/office/drawing/2014/main" id="{47A11836-649F-5D0A-0BB7-D46328C90971}"/>
                </a:ext>
              </a:extLst>
            </p:cNvPr>
            <p:cNvSpPr txBox="1"/>
            <p:nvPr/>
          </p:nvSpPr>
          <p:spPr>
            <a:xfrm>
              <a:off x="7555758" y="5454194"/>
              <a:ext cx="214954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8184A3B1-2FE5-2889-C38F-B9CDA04B1EAD}"/>
                </a:ext>
              </a:extLst>
            </p:cNvPr>
            <p:cNvSpPr txBox="1"/>
            <p:nvPr/>
          </p:nvSpPr>
          <p:spPr>
            <a:xfrm>
              <a:off x="6752258" y="1559374"/>
              <a:ext cx="695335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511535AA-91EF-4890-4B4F-E19FC7DDF45A}"/>
                </a:ext>
              </a:extLst>
            </p:cNvPr>
            <p:cNvSpPr txBox="1"/>
            <p:nvPr/>
          </p:nvSpPr>
          <p:spPr>
            <a:xfrm>
              <a:off x="7780124" y="1559373"/>
              <a:ext cx="695336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F2963604-B82E-E254-ECE3-4C80B6686904}"/>
                    </a:ext>
                  </a:extLst>
                </p:cNvPr>
                <p:cNvSpPr txBox="1"/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F2963604-B82E-E254-ECE3-4C80B668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06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AF635A8D-7783-2028-D9F3-0CABE8DC20D4}"/>
                    </a:ext>
                  </a:extLst>
                </p:cNvPr>
                <p:cNvSpPr txBox="1"/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AF635A8D-7783-2028-D9F3-0CABE8DC2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4ED9B963-E0A8-433E-008C-E31C54E66C5C}"/>
                </a:ext>
              </a:extLst>
            </p:cNvPr>
            <p:cNvGrpSpPr/>
            <p:nvPr/>
          </p:nvGrpSpPr>
          <p:grpSpPr>
            <a:xfrm>
              <a:off x="6953458" y="2039831"/>
              <a:ext cx="1320800" cy="1003866"/>
              <a:chOff x="1362075" y="2827673"/>
              <a:chExt cx="1320800" cy="1098550"/>
            </a:xfrm>
          </p:grpSpPr>
          <p:grpSp>
            <p:nvGrpSpPr>
              <p:cNvPr id="309" name="组合 308">
                <a:extLst>
                  <a:ext uri="{FF2B5EF4-FFF2-40B4-BE49-F238E27FC236}">
                    <a16:creationId xmlns:a16="http://schemas.microsoft.com/office/drawing/2014/main" id="{133EAF8D-8110-274B-3B96-0DF6BDB81D34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312" name="矩形: 圆角 311">
                  <a:extLst>
                    <a:ext uri="{FF2B5EF4-FFF2-40B4-BE49-F238E27FC236}">
                      <a16:creationId xmlns:a16="http://schemas.microsoft.com/office/drawing/2014/main" id="{B071ACDE-F69A-907F-8C93-4BE70F2B5EA1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3" name="矩形: 圆角 312">
                  <a:extLst>
                    <a:ext uri="{FF2B5EF4-FFF2-40B4-BE49-F238E27FC236}">
                      <a16:creationId xmlns:a16="http://schemas.microsoft.com/office/drawing/2014/main" id="{FD06E299-448B-B829-9537-F13BB6EB2A7A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4" name="矩形: 圆角 313">
                  <a:extLst>
                    <a:ext uri="{FF2B5EF4-FFF2-40B4-BE49-F238E27FC236}">
                      <a16:creationId xmlns:a16="http://schemas.microsoft.com/office/drawing/2014/main" id="{5E06230A-BC6F-862C-9A43-515813C4998B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A4B3C9B4-DACC-DFF1-AD40-E464A36598A0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7D5FAB6A-0348-79B7-E137-D832F6DE4F84}"/>
                  </a:ext>
                </a:extLst>
              </p:cNvPr>
              <p:cNvSpPr txBox="1"/>
              <p:nvPr/>
            </p:nvSpPr>
            <p:spPr>
              <a:xfrm>
                <a:off x="1501774" y="2881511"/>
                <a:ext cx="1041400" cy="26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FA62D3D5-D64B-5124-62CF-B72CA818DC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7789" y="1349758"/>
              <a:ext cx="1" cy="2096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FFC3124C-87ED-FBB0-B23D-7492398AE0E6}"/>
                </a:ext>
              </a:extLst>
            </p:cNvPr>
            <p:cNvGrpSpPr/>
            <p:nvPr/>
          </p:nvGrpSpPr>
          <p:grpSpPr>
            <a:xfrm>
              <a:off x="7099926" y="1805597"/>
              <a:ext cx="1027865" cy="234234"/>
              <a:chOff x="3721481" y="1975000"/>
              <a:chExt cx="1027865" cy="234234"/>
            </a:xfrm>
          </p:grpSpPr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3AABA64E-DC0E-9BE9-2379-8475E9B99BFE}"/>
                  </a:ext>
                </a:extLst>
              </p:cNvPr>
              <p:cNvGrpSpPr/>
              <p:nvPr/>
            </p:nvGrpSpPr>
            <p:grpSpPr>
              <a:xfrm>
                <a:off x="3721481" y="1975000"/>
                <a:ext cx="1027865" cy="127075"/>
                <a:chOff x="3721481" y="1974995"/>
                <a:chExt cx="1027865" cy="153893"/>
              </a:xfrm>
            </p:grpSpPr>
            <p:cxnSp>
              <p:nvCxnSpPr>
                <p:cNvPr id="307" name="连接符: 肘形 306">
                  <a:extLst>
                    <a:ext uri="{FF2B5EF4-FFF2-40B4-BE49-F238E27FC236}">
                      <a16:creationId xmlns:a16="http://schemas.microsoft.com/office/drawing/2014/main" id="{556D992E-940D-CE9C-BC34-5BD01DF5084B}"/>
                    </a:ext>
                  </a:extLst>
                </p:cNvPr>
                <p:cNvCxnSpPr>
                  <a:cxnSpLocks/>
                  <a:stCxn id="281" idx="2"/>
                </p:cNvCxnSpPr>
                <p:nvPr/>
              </p:nvCxnSpPr>
              <p:spPr>
                <a:xfrm rot="16200000" flipH="1">
                  <a:off x="4158468" y="1538008"/>
                  <a:ext cx="153891" cy="102786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接连接符 307">
                  <a:extLst>
                    <a:ext uri="{FF2B5EF4-FFF2-40B4-BE49-F238E27FC236}">
                      <a16:creationId xmlns:a16="http://schemas.microsoft.com/office/drawing/2014/main" id="{212F77E8-A0F0-3CF7-6A40-907F9A3720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6" name="直接连接符 305">
                <a:extLst>
                  <a:ext uri="{FF2B5EF4-FFF2-40B4-BE49-F238E27FC236}">
                    <a16:creationId xmlns:a16="http://schemas.microsoft.com/office/drawing/2014/main" id="{9FE90D3B-B02D-5F3C-6C6F-13F4013377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40511" y="2099254"/>
                <a:ext cx="1" cy="1099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9" name="矩形: 圆角 288">
              <a:extLst>
                <a:ext uri="{FF2B5EF4-FFF2-40B4-BE49-F238E27FC236}">
                  <a16:creationId xmlns:a16="http://schemas.microsoft.com/office/drawing/2014/main" id="{7BE10DE3-C5CE-91B2-7A7C-56341373F4F6}"/>
                </a:ext>
              </a:extLst>
            </p:cNvPr>
            <p:cNvSpPr/>
            <p:nvPr/>
          </p:nvSpPr>
          <p:spPr>
            <a:xfrm>
              <a:off x="6958556" y="3574418"/>
              <a:ext cx="1320800" cy="245755"/>
            </a:xfrm>
            <a:prstGeom prst="roundRect">
              <a:avLst/>
            </a:prstGeom>
            <a:solidFill>
              <a:srgbClr val="F4F7F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矩形: 圆角 289">
              <a:extLst>
                <a:ext uri="{FF2B5EF4-FFF2-40B4-BE49-F238E27FC236}">
                  <a16:creationId xmlns:a16="http://schemas.microsoft.com/office/drawing/2014/main" id="{AA90AB08-DFA2-DD68-69C4-E84AA549B638}"/>
                </a:ext>
              </a:extLst>
            </p:cNvPr>
            <p:cNvSpPr/>
            <p:nvPr/>
          </p:nvSpPr>
          <p:spPr>
            <a:xfrm>
              <a:off x="6953458" y="4001206"/>
              <a:ext cx="1320800" cy="245755"/>
            </a:xfrm>
            <a:prstGeom prst="roundRect">
              <a:avLst/>
            </a:prstGeom>
            <a:solidFill>
              <a:srgbClr val="FEFCE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5514029A-FE4F-ABA8-08F8-C5CD2B39135E}"/>
                </a:ext>
              </a:extLst>
            </p:cNvPr>
            <p:cNvGrpSpPr/>
            <p:nvPr/>
          </p:nvGrpSpPr>
          <p:grpSpPr>
            <a:xfrm>
              <a:off x="6630994" y="4404498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301" name="矩形: 圆角 300">
                <a:extLst>
                  <a:ext uri="{FF2B5EF4-FFF2-40B4-BE49-F238E27FC236}">
                    <a16:creationId xmlns:a16="http://schemas.microsoft.com/office/drawing/2014/main" id="{D8C2005D-B50A-5155-C2E1-301C9ABE20EA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2" name="矩形: 圆角 301">
                <a:extLst>
                  <a:ext uri="{FF2B5EF4-FFF2-40B4-BE49-F238E27FC236}">
                    <a16:creationId xmlns:a16="http://schemas.microsoft.com/office/drawing/2014/main" id="{7B3B7CD3-9B26-09BE-555C-8A15306A8BAA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950004A9-54F5-6AE3-404E-46CC2BD271B7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4" name="矩形: 圆角 303">
                <a:extLst>
                  <a:ext uri="{FF2B5EF4-FFF2-40B4-BE49-F238E27FC236}">
                    <a16:creationId xmlns:a16="http://schemas.microsoft.com/office/drawing/2014/main" id="{C366EB9C-34F8-E771-9713-9B69259D0DBC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8A471CF1-D14A-DE94-F284-D8022141F86E}"/>
                </a:ext>
              </a:extLst>
            </p:cNvPr>
            <p:cNvSpPr/>
            <p:nvPr/>
          </p:nvSpPr>
          <p:spPr>
            <a:xfrm>
              <a:off x="6435506" y="3275286"/>
              <a:ext cx="2356702" cy="2092511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01772227-747B-70CE-62B2-29C864111B86}"/>
                </a:ext>
              </a:extLst>
            </p:cNvPr>
            <p:cNvCxnSpPr>
              <a:cxnSpLocks/>
              <a:stCxn id="292" idx="0"/>
              <a:endCxn id="310" idx="2"/>
            </p:cNvCxnSpPr>
            <p:nvPr/>
          </p:nvCxnSpPr>
          <p:spPr>
            <a:xfrm flipV="1">
              <a:off x="7613857" y="3043697"/>
              <a:ext cx="1" cy="23158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3DD4515B-3B41-66A8-34A9-DB11D4FD2FE4}"/>
                </a:ext>
              </a:extLst>
            </p:cNvPr>
            <p:cNvCxnSpPr>
              <a:cxnSpLocks/>
              <a:stCxn id="280" idx="0"/>
            </p:cNvCxnSpPr>
            <p:nvPr/>
          </p:nvCxnSpPr>
          <p:spPr>
            <a:xfrm flipV="1">
              <a:off x="7663235" y="5071050"/>
              <a:ext cx="0" cy="38314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4129C8E6-FBEB-5877-E5C3-9B7CB4BF1DA7}"/>
                </a:ext>
              </a:extLst>
            </p:cNvPr>
            <p:cNvCxnSpPr/>
            <p:nvPr/>
          </p:nvCxnSpPr>
          <p:spPr>
            <a:xfrm flipV="1">
              <a:off x="7128120" y="4242246"/>
              <a:ext cx="0" cy="162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81881CA0-A79E-A7F6-A277-09392A728C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493" y="4242246"/>
              <a:ext cx="0" cy="283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26B56607-6F3F-DFE7-4CC4-030C43201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485" y="4242246"/>
              <a:ext cx="0" cy="4001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E5467B98-351B-5FB3-55B6-FC9199F95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559" y="4242246"/>
              <a:ext cx="0" cy="5272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9DF84099-362A-283B-8803-18138237BA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5905" y="3820173"/>
              <a:ext cx="0" cy="181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连接符: 肘形 299">
              <a:extLst>
                <a:ext uri="{FF2B5EF4-FFF2-40B4-BE49-F238E27FC236}">
                  <a16:creationId xmlns:a16="http://schemas.microsoft.com/office/drawing/2014/main" id="{6B94FBD8-4D1E-ED1D-B581-96553EE9ECA1}"/>
                </a:ext>
              </a:extLst>
            </p:cNvPr>
            <p:cNvCxnSpPr>
              <a:cxnSpLocks/>
              <a:endCxn id="289" idx="3"/>
            </p:cNvCxnSpPr>
            <p:nvPr/>
          </p:nvCxnSpPr>
          <p:spPr>
            <a:xfrm rot="5400000" flipH="1" flipV="1">
              <a:off x="7191210" y="4169321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6" name="连接符: 肘形 315">
            <a:extLst>
              <a:ext uri="{FF2B5EF4-FFF2-40B4-BE49-F238E27FC236}">
                <a16:creationId xmlns:a16="http://schemas.microsoft.com/office/drawing/2014/main" id="{57E944E8-1953-A910-B51D-C331806CB9F6}"/>
              </a:ext>
            </a:extLst>
          </p:cNvPr>
          <p:cNvCxnSpPr>
            <a:stCxn id="284" idx="3"/>
            <a:endCxn id="115" idx="1"/>
          </p:cNvCxnSpPr>
          <p:nvPr/>
        </p:nvCxnSpPr>
        <p:spPr>
          <a:xfrm>
            <a:off x="8606835" y="1181453"/>
            <a:ext cx="765876" cy="1017665"/>
          </a:xfrm>
          <a:prstGeom prst="bentConnector3">
            <a:avLst>
              <a:gd name="adj1" fmla="val 21810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连接符: 肘形 318">
            <a:extLst>
              <a:ext uri="{FF2B5EF4-FFF2-40B4-BE49-F238E27FC236}">
                <a16:creationId xmlns:a16="http://schemas.microsoft.com/office/drawing/2014/main" id="{19C7C448-4311-BAB9-7215-F1E6954E5A53}"/>
              </a:ext>
            </a:extLst>
          </p:cNvPr>
          <p:cNvCxnSpPr>
            <a:endCxn id="280" idx="1"/>
          </p:cNvCxnSpPr>
          <p:nvPr/>
        </p:nvCxnSpPr>
        <p:spPr>
          <a:xfrm>
            <a:off x="2717857" y="4860628"/>
            <a:ext cx="4837901" cy="747455"/>
          </a:xfrm>
          <a:prstGeom prst="bentConnector3">
            <a:avLst>
              <a:gd name="adj1" fmla="val 3798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C644CEBD-6348-B0EE-551D-1F9F8C1D2669}"/>
              </a:ext>
            </a:extLst>
          </p:cNvPr>
          <p:cNvCxnSpPr/>
          <p:nvPr/>
        </p:nvCxnSpPr>
        <p:spPr>
          <a:xfrm flipH="1" flipV="1">
            <a:off x="6125674" y="1441238"/>
            <a:ext cx="902452" cy="3328256"/>
          </a:xfrm>
          <a:prstGeom prst="line">
            <a:avLst/>
          </a:prstGeom>
          <a:ln w="19050">
            <a:solidFill>
              <a:schemeClr val="accent3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69F44849-105C-6B68-FE49-6E0B6C1196B5}"/>
              </a:ext>
            </a:extLst>
          </p:cNvPr>
          <p:cNvCxnSpPr/>
          <p:nvPr/>
        </p:nvCxnSpPr>
        <p:spPr>
          <a:xfrm flipH="1">
            <a:off x="5925893" y="5079204"/>
            <a:ext cx="1102233" cy="288593"/>
          </a:xfrm>
          <a:prstGeom prst="line">
            <a:avLst/>
          </a:prstGeom>
          <a:ln w="19050">
            <a:solidFill>
              <a:schemeClr val="accent3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2789ED3E-19CD-434B-4AC8-678D58B835F9}"/>
                  </a:ext>
                </a:extLst>
              </p:cNvPr>
              <p:cNvSpPr txBox="1"/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2789ED3E-19CD-434B-4AC8-678D58B8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2" name="文本框 361">
            <a:extLst>
              <a:ext uri="{FF2B5EF4-FFF2-40B4-BE49-F238E27FC236}">
                <a16:creationId xmlns:a16="http://schemas.microsoft.com/office/drawing/2014/main" id="{4C28AAFE-CE8E-31F2-3AF8-0D16AC19957C}"/>
              </a:ext>
            </a:extLst>
          </p:cNvPr>
          <p:cNvSpPr txBox="1"/>
          <p:nvPr/>
        </p:nvSpPr>
        <p:spPr>
          <a:xfrm>
            <a:off x="4377240" y="1014667"/>
            <a:ext cx="1649887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Weights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95B429-18B3-C679-9B7C-13C2FFA8C725}"/>
              </a:ext>
            </a:extLst>
          </p:cNvPr>
          <p:cNvSpPr/>
          <p:nvPr/>
        </p:nvSpPr>
        <p:spPr>
          <a:xfrm>
            <a:off x="653779" y="3646552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0BAC6CA-309A-BA61-2794-A6BD0C436E3A}"/>
              </a:ext>
            </a:extLst>
          </p:cNvPr>
          <p:cNvSpPr/>
          <p:nvPr/>
        </p:nvSpPr>
        <p:spPr>
          <a:xfrm>
            <a:off x="609679" y="1967834"/>
            <a:ext cx="1927365" cy="500469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 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7A785A6-B0F8-0113-05E5-C68A569E7CF1}"/>
              </a:ext>
            </a:extLst>
          </p:cNvPr>
          <p:cNvCxnSpPr>
            <a:cxnSpLocks/>
          </p:cNvCxnSpPr>
          <p:nvPr/>
        </p:nvCxnSpPr>
        <p:spPr>
          <a:xfrm flipH="1">
            <a:off x="7081609" y="1354330"/>
            <a:ext cx="1" cy="209616"/>
          </a:xfrm>
          <a:prstGeom prst="line">
            <a:avLst/>
          </a:prstGeom>
          <a:ln w="19050">
            <a:solidFill>
              <a:schemeClr val="tx1"/>
            </a:solidFill>
            <a:headEnd type="triangle" w="med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17723646-D3B0-25D0-CD8A-987D27E0062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015" y="3856708"/>
            <a:ext cx="2224735" cy="183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7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2632</TotalTime>
  <Words>581</Words>
  <Application>Microsoft Office PowerPoint</Application>
  <PresentationFormat>宽屏</PresentationFormat>
  <Paragraphs>461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Xinhui Lin</dc:creator>
  <cp:lastModifiedBy>Xinhui Lin</cp:lastModifiedBy>
  <cp:revision>289</cp:revision>
  <dcterms:created xsi:type="dcterms:W3CDTF">2024-09-08T04:16:12Z</dcterms:created>
  <dcterms:modified xsi:type="dcterms:W3CDTF">2024-10-28T12:20:40Z</dcterms:modified>
</cp:coreProperties>
</file>