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816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16F1D-A85F-497E-8E60-7BE4F6FC3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CB500C-EDA2-456E-B9D3-739A3D7FB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26E881-9C32-4075-BCB2-BD99D941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7C926-6826-48E5-83BD-7A14DC3D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6E44A-E878-484F-BD53-D80F72BE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99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35D56-6672-4C84-9810-65BB1474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06EEC-8875-40A0-A4AD-6F208F7C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6270D8-EFBB-4403-92F1-5F4FFE91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9C21C8-AA6A-45C9-B955-788244BE7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C6DAA-0F6A-4429-9952-56CBE4B1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7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0A8E2-A849-4CCA-A442-A8223240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9F9ECF-DB04-4088-B231-30724350D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6FA49-EA25-4FA3-88ED-B426447BA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DE8CC-171B-4CF6-A828-B0C1D52A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4486F-51C4-45EE-899D-1969776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69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9CF80-9ACC-4B27-AD33-560AAD7D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A49A5E-D124-475B-9BB5-6ADCAEB9F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FCAB12-C343-402D-AE65-82960E2AE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747355-650C-4336-B44C-1793042A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E8D2B-B588-4586-B7F1-4DAF16D5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01A3E8-8098-4B55-B0A3-2D0B7BD8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35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88AEF-2226-48FD-A933-2CBD4A04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D846D-A735-4129-A121-5C8432FE8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01CDB9-6289-4E67-A85C-ADE74ABAC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670E0F-D04F-4A1F-813F-B8933DEC1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99A7B0-F7FC-40F0-80C3-D54482A42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3B548F-D6BB-4250-9A04-7B7C351B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F366E4-1F94-42F7-8F7E-F01C6EAA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267D9C-4B4E-44CD-BD47-72E884CD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29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7CA80-69B8-497B-A8D5-8AB8B76D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24D7F3-6258-450F-905F-A87C29D4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2D1A49-B37C-43A8-897B-674D8A8B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75FCB4-43EA-40A4-85E9-F27C78DC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72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D0A2E8-0261-4893-BD0C-3B6808564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E09A60-26C2-4B0A-8F28-93073064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C0D0B8-AC86-40B0-81B5-E9C0E076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3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C3F6F-6485-4664-9B3F-1485F663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D7166-B860-4677-AAFB-02B2BDD44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8D7B63-715C-479B-A93B-0ED9A3875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13B9B-4AF1-4E33-B2BE-AA65FA89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C3B35B-A5B0-4BAC-B206-1DB3FA1C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5C8672-69DF-432D-AF1E-2403F74F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5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8F45E-5F5F-4128-BC7D-6AFF1E67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69B546-359A-4FA2-B0B9-3352AEE22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B1CA31-1BF4-4BEE-9AB3-9C4950A5A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F78635-8AD5-4485-BADC-EAA699B7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C41F5D-C046-42F3-B8ED-A1B7AB1C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EB04A-D78E-4889-B58A-AFDE6151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20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42EDD-0D98-4F6F-BD1D-FCEA5496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C80370-EEF5-4ABD-83B5-8E1B2E16B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C7652-3C18-428C-A7E4-90D457147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4AEF0-306E-4DF3-AA69-2E2C2513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A05AE-8E33-4450-95FF-DDEE010EF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53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F4AE62-2A6D-42F0-88CD-2A6172034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BFAA99-C8C8-4387-884B-34D939DA3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8CB15-72ED-4ACF-B289-626C7D3EB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54E43-C571-4FBD-AC59-50991D90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AAB098-3ABE-42DC-9117-4C64ED55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76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0A4155-6065-4301-A2E7-1E23B788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BD1EFD-763D-4A52-8683-82206EF2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35FF9-6426-4F65-B334-349591381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01681-838B-452F-9751-984029E8E082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0FC56-34AF-4F11-AFF8-C9A02639D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D4EF99-D099-4904-9B24-5D93B06B7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258EB-A51B-4C49-B64B-1DD58546D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42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B8AEAA-EDC7-4323-A2FE-8DDA66159886}"/>
              </a:ext>
            </a:extLst>
          </p:cNvPr>
          <p:cNvGrpSpPr/>
          <p:nvPr/>
        </p:nvGrpSpPr>
        <p:grpSpPr>
          <a:xfrm>
            <a:off x="1240903" y="1699259"/>
            <a:ext cx="5238635" cy="1027503"/>
            <a:chOff x="2085453" y="3667759"/>
            <a:chExt cx="5238635" cy="102750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55D8C4B-4178-4F47-B128-C9D81C19A70B}"/>
                </a:ext>
              </a:extLst>
            </p:cNvPr>
            <p:cNvSpPr txBox="1"/>
            <p:nvPr/>
          </p:nvSpPr>
          <p:spPr>
            <a:xfrm>
              <a:off x="2085453" y="3667759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Degradation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Representation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AFC68CA-D667-4748-9221-750E6E6C4733}"/>
                </a:ext>
              </a:extLst>
            </p:cNvPr>
            <p:cNvSpPr txBox="1"/>
            <p:nvPr/>
          </p:nvSpPr>
          <p:spPr>
            <a:xfrm>
              <a:off x="6280211" y="3667760"/>
              <a:ext cx="10438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</a:t>
              </a:r>
            </a:p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Manifold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02B7EF-F782-442F-9E38-4608A28AC8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08706" y="3758595"/>
              <a:ext cx="2273029" cy="464658"/>
              <a:chOff x="1338943" y="1327379"/>
              <a:chExt cx="7764236" cy="1731511"/>
            </a:xfrm>
          </p:grpSpPr>
          <p:pic>
            <p:nvPicPr>
              <p:cNvPr id="9" name="图形 8">
                <a:extLst>
                  <a:ext uri="{FF2B5EF4-FFF2-40B4-BE49-F238E27FC236}">
                    <a16:creationId xmlns:a16="http://schemas.microsoft.com/office/drawing/2014/main" id="{7BF36145-0C29-4662-876F-D37EBF860D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400000">
                <a:off x="4905034" y="-2238712"/>
                <a:ext cx="632054" cy="7764236"/>
              </a:xfrm>
              <a:prstGeom prst="rect">
                <a:avLst/>
              </a:prstGeom>
            </p:spPr>
          </p:pic>
          <p:pic>
            <p:nvPicPr>
              <p:cNvPr id="10" name="图形 9">
                <a:extLst>
                  <a:ext uri="{FF2B5EF4-FFF2-40B4-BE49-F238E27FC236}">
                    <a16:creationId xmlns:a16="http://schemas.microsoft.com/office/drawing/2014/main" id="{09132BD1-E79F-4700-93C6-D674F5A19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4905034" y="-1139255"/>
                <a:ext cx="632054" cy="7764236"/>
              </a:xfrm>
              <a:prstGeom prst="rect">
                <a:avLst/>
              </a:prstGeom>
            </p:spPr>
          </p:pic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BABDE67-4E31-4DBD-8768-C862B800743A}"/>
                </a:ext>
              </a:extLst>
            </p:cNvPr>
            <p:cNvSpPr txBox="1"/>
            <p:nvPr/>
          </p:nvSpPr>
          <p:spPr>
            <a:xfrm>
              <a:off x="4129932" y="4418263"/>
              <a:ext cx="16305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 Bottleneck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208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D04BABB0-A34E-4812-9E66-CACE1E704EAD}"/>
              </a:ext>
            </a:extLst>
          </p:cNvPr>
          <p:cNvGrpSpPr>
            <a:grpSpLocks/>
          </p:cNvGrpSpPr>
          <p:nvPr/>
        </p:nvGrpSpPr>
        <p:grpSpPr>
          <a:xfrm>
            <a:off x="1775731" y="2151973"/>
            <a:ext cx="4227467" cy="864188"/>
            <a:chOff x="1338943" y="1327379"/>
            <a:chExt cx="7764236" cy="1731511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47A98612-4032-4217-B16C-30EABFFD7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4905034" y="-2238712"/>
              <a:ext cx="632054" cy="7764236"/>
            </a:xfrm>
            <a:prstGeom prst="rect">
              <a:avLst/>
            </a:prstGeom>
          </p:spPr>
        </p:pic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7AC046D6-2487-42F2-9023-AA152256F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4905034" y="-1139255"/>
              <a:ext cx="632054" cy="7764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12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1A9C7497-9838-4EC4-8AC9-E61A6C5BC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7375" y="2376487"/>
            <a:ext cx="717550" cy="2105025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  <p:extLst>
      <p:ext uri="{BB962C8B-B14F-4D97-AF65-F5344CB8AC3E}">
        <p14:creationId xmlns:p14="http://schemas.microsoft.com/office/powerpoint/2010/main" val="242779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宽屏</PresentationFormat>
  <Paragraphs>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lxh</dc:creator>
  <cp:lastModifiedBy>lxh</cp:lastModifiedBy>
  <cp:revision>13</cp:revision>
  <dcterms:created xsi:type="dcterms:W3CDTF">2025-04-10T12:45:13Z</dcterms:created>
  <dcterms:modified xsi:type="dcterms:W3CDTF">2025-04-10T13:06:53Z</dcterms:modified>
</cp:coreProperties>
</file>