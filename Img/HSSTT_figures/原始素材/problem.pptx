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nhui Lin" initials="XL" lastIdx="1" clrIdx="0">
    <p:extLst>
      <p:ext uri="{19B8F6BF-5375-455C-9EA6-DF929625EA0E}">
        <p15:presenceInfo xmlns:p15="http://schemas.microsoft.com/office/powerpoint/2012/main" userId="47b58db76a1e879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5218" autoAdjust="0"/>
  </p:normalViewPr>
  <p:slideViewPr>
    <p:cSldViewPr snapToGrid="0">
      <p:cViewPr varScale="1">
        <p:scale>
          <a:sx n="155" d="100"/>
          <a:sy n="155" d="100"/>
        </p:scale>
        <p:origin x="390" y="138"/>
      </p:cViewPr>
      <p:guideLst>
        <p:guide orient="horz" pos="21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A0BA2-2A19-4449-999F-4326F67BD746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4C3B4-91AF-4727-84D8-C2A869047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742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287FDD-A7EC-0553-CA9B-8265FA2A8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A610964-351F-0EEB-D539-BD8C0D542C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91" indent="0" algn="ctr">
              <a:buNone/>
              <a:defRPr sz="2000"/>
            </a:lvl2pPr>
            <a:lvl3pPr marL="914382" indent="0" algn="ctr">
              <a:buNone/>
              <a:defRPr sz="1799"/>
            </a:lvl3pPr>
            <a:lvl4pPr marL="1371572" indent="0" algn="ctr">
              <a:buNone/>
              <a:defRPr sz="1600"/>
            </a:lvl4pPr>
            <a:lvl5pPr marL="1828763" indent="0" algn="ctr">
              <a:buNone/>
              <a:defRPr sz="1600"/>
            </a:lvl5pPr>
            <a:lvl6pPr marL="2285954" indent="0" algn="ctr">
              <a:buNone/>
              <a:defRPr sz="1600"/>
            </a:lvl6pPr>
            <a:lvl7pPr marL="2743145" indent="0" algn="ctr">
              <a:buNone/>
              <a:defRPr sz="1600"/>
            </a:lvl7pPr>
            <a:lvl8pPr marL="3200334" indent="0" algn="ctr">
              <a:buNone/>
              <a:defRPr sz="1600"/>
            </a:lvl8pPr>
            <a:lvl9pPr marL="3657525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820573-075C-5CFE-C5D2-71E16E61A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C22B72-A438-FCF9-37F9-E89D78EA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3CB66E-CD93-64B4-BC23-CA585E6C6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586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E3025-82CF-954C-7955-E6950B286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BA9DF0-8BC2-4321-93A2-FFF22F865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E809F5-6482-D90D-8FF3-D12D7D37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59A2B1-2EAC-8406-5D59-F6059905A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343BB3-FE0B-4377-E078-69DC9EAD4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422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23E59-6796-DC70-C650-3803F2CDD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CED5BB-9BBD-63FD-9329-701091258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9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82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5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6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4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2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8E881C-5CB1-9B69-4797-9C77C7EF0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9860F1-2F8E-18AA-AF23-7318422A9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B9F5B1-E7B8-F1AB-48DF-7799481F5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316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DE07A-3080-5D59-6DDE-AFD112083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7F0281-DDDC-A497-FCAF-91CE9C2B9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FAA3C0-6A60-AB38-E8CF-C69789F13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16FE16-0D16-ADD8-C696-22BA123AF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E096A3-3E62-494B-D9FF-D24105FD7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91E83C-9DCE-7B67-DB9C-073900532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19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D16D-9BDE-B358-FC99-197F7A7B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F3ABB2-D321-9C97-C498-72A6F71D1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1" indent="0">
              <a:buNone/>
              <a:defRPr sz="2000" b="1"/>
            </a:lvl2pPr>
            <a:lvl3pPr marL="914382" indent="0">
              <a:buNone/>
              <a:defRPr sz="1799" b="1"/>
            </a:lvl3pPr>
            <a:lvl4pPr marL="1371572" indent="0">
              <a:buNone/>
              <a:defRPr sz="1600" b="1"/>
            </a:lvl4pPr>
            <a:lvl5pPr marL="1828763" indent="0">
              <a:buNone/>
              <a:defRPr sz="1600" b="1"/>
            </a:lvl5pPr>
            <a:lvl6pPr marL="2285954" indent="0">
              <a:buNone/>
              <a:defRPr sz="1600" b="1"/>
            </a:lvl6pPr>
            <a:lvl7pPr marL="2743145" indent="0">
              <a:buNone/>
              <a:defRPr sz="1600" b="1"/>
            </a:lvl7pPr>
            <a:lvl8pPr marL="3200334" indent="0">
              <a:buNone/>
              <a:defRPr sz="1600" b="1"/>
            </a:lvl8pPr>
            <a:lvl9pPr marL="365752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417324-A4DD-6988-5318-4E9DAB162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688147-4FA5-93BB-BB87-88BEBF45A3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1" indent="0">
              <a:buNone/>
              <a:defRPr sz="2000" b="1"/>
            </a:lvl2pPr>
            <a:lvl3pPr marL="914382" indent="0">
              <a:buNone/>
              <a:defRPr sz="1799" b="1"/>
            </a:lvl3pPr>
            <a:lvl4pPr marL="1371572" indent="0">
              <a:buNone/>
              <a:defRPr sz="1600" b="1"/>
            </a:lvl4pPr>
            <a:lvl5pPr marL="1828763" indent="0">
              <a:buNone/>
              <a:defRPr sz="1600" b="1"/>
            </a:lvl5pPr>
            <a:lvl6pPr marL="2285954" indent="0">
              <a:buNone/>
              <a:defRPr sz="1600" b="1"/>
            </a:lvl6pPr>
            <a:lvl7pPr marL="2743145" indent="0">
              <a:buNone/>
              <a:defRPr sz="1600" b="1"/>
            </a:lvl7pPr>
            <a:lvl8pPr marL="3200334" indent="0">
              <a:buNone/>
              <a:defRPr sz="1600" b="1"/>
            </a:lvl8pPr>
            <a:lvl9pPr marL="365752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6EB7C32-433B-D076-8823-52C16C704D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13E010-31DB-2902-A65E-81F667C6C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251676-35A0-757B-BE52-E83D32176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503D89-CFE9-9679-B69B-4226AC524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707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E42AA-954E-7C58-9B80-BD1E3DDE0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A0070A7-23BF-2ABA-402F-CBC5AB760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652DC1-6E1B-9A7E-0BAF-510B1DA53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30A9E6-FF03-AE19-AA0E-41896E75D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284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29E19E-8048-9AA5-0C2C-FDAE0FC4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9AC07E-3466-CBAB-2614-5D61BA685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230FBF-497D-77A6-C9DC-042CAC543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572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20ED1-91AC-309B-E640-448DD12C2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5AEF00-C954-E124-3E6F-74FE1BCFA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4B1F00-58DB-0047-419A-6FCF978A0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91" indent="0">
              <a:buNone/>
              <a:defRPr sz="1400"/>
            </a:lvl2pPr>
            <a:lvl3pPr marL="914382" indent="0">
              <a:buNone/>
              <a:defRPr sz="1200"/>
            </a:lvl3pPr>
            <a:lvl4pPr marL="1371572" indent="0">
              <a:buNone/>
              <a:defRPr sz="1000"/>
            </a:lvl4pPr>
            <a:lvl5pPr marL="1828763" indent="0">
              <a:buNone/>
              <a:defRPr sz="1000"/>
            </a:lvl5pPr>
            <a:lvl6pPr marL="2285954" indent="0">
              <a:buNone/>
              <a:defRPr sz="1000"/>
            </a:lvl6pPr>
            <a:lvl7pPr marL="2743145" indent="0">
              <a:buNone/>
              <a:defRPr sz="1000"/>
            </a:lvl7pPr>
            <a:lvl8pPr marL="3200334" indent="0">
              <a:buNone/>
              <a:defRPr sz="1000"/>
            </a:lvl8pPr>
            <a:lvl9pPr marL="3657525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534FAA-D2FF-7ED2-0D69-06997F462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8AD06D-69CD-92D9-8F9B-CEA23241D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21646B-FC21-5AA8-FA59-3D1ACEEA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745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C503E-0AF7-4546-DF9C-21B1F5B5B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E29F21-BBDC-4A02-96D0-53FA23B4DE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91" indent="0">
              <a:buNone/>
              <a:defRPr sz="2800"/>
            </a:lvl2pPr>
            <a:lvl3pPr marL="914382" indent="0">
              <a:buNone/>
              <a:defRPr sz="2400"/>
            </a:lvl3pPr>
            <a:lvl4pPr marL="1371572" indent="0">
              <a:buNone/>
              <a:defRPr sz="2000"/>
            </a:lvl4pPr>
            <a:lvl5pPr marL="1828763" indent="0">
              <a:buNone/>
              <a:defRPr sz="2000"/>
            </a:lvl5pPr>
            <a:lvl6pPr marL="2285954" indent="0">
              <a:buNone/>
              <a:defRPr sz="2000"/>
            </a:lvl6pPr>
            <a:lvl7pPr marL="2743145" indent="0">
              <a:buNone/>
              <a:defRPr sz="2000"/>
            </a:lvl7pPr>
            <a:lvl8pPr marL="3200334" indent="0">
              <a:buNone/>
              <a:defRPr sz="2000"/>
            </a:lvl8pPr>
            <a:lvl9pPr marL="3657525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EC83EB-9A85-CB1D-EF83-B8750B464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91" indent="0">
              <a:buNone/>
              <a:defRPr sz="1400"/>
            </a:lvl2pPr>
            <a:lvl3pPr marL="914382" indent="0">
              <a:buNone/>
              <a:defRPr sz="1200"/>
            </a:lvl3pPr>
            <a:lvl4pPr marL="1371572" indent="0">
              <a:buNone/>
              <a:defRPr sz="1000"/>
            </a:lvl4pPr>
            <a:lvl5pPr marL="1828763" indent="0">
              <a:buNone/>
              <a:defRPr sz="1000"/>
            </a:lvl5pPr>
            <a:lvl6pPr marL="2285954" indent="0">
              <a:buNone/>
              <a:defRPr sz="1000"/>
            </a:lvl6pPr>
            <a:lvl7pPr marL="2743145" indent="0">
              <a:buNone/>
              <a:defRPr sz="1000"/>
            </a:lvl7pPr>
            <a:lvl8pPr marL="3200334" indent="0">
              <a:buNone/>
              <a:defRPr sz="1000"/>
            </a:lvl8pPr>
            <a:lvl9pPr marL="3657525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EFBBFE-8124-C7F7-D51C-A00C1CBAB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FA5316-FFB8-045E-7BEE-9D138754C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CD9819-F21F-7BD7-6D51-220C66986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19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A1279-249A-3511-1A22-D6FDA697F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ECDEB1-5A24-6182-B124-97F9E69AB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5E121E-00F6-BA5F-BF8D-7A7FF4575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5308D4-4FE3-7A3B-349B-EB0AD066A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5CDB0C-4E54-EDD3-8987-2B9D75717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253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65CF575-74CE-6010-8914-A3B5F96C8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CFC6B9-7457-4289-57E6-6399E08C6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B72BF3-AC44-8748-A433-1F33603A3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A127F-42BB-47B6-9DD0-63FB11CC49CC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58A232-795A-99AD-8F8C-6837DAAB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53FF52-D165-2814-3588-BF0E42137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79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FA43BA1-F6CB-2163-2701-FD7507D8D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B02E18-B806-39B2-07E2-460ED7442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EFA07-46F2-8378-0896-271BECBD88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A127F-42BB-47B6-9DD0-63FB11CC49CC}" type="datetimeFigureOut">
              <a:rPr lang="zh-CN" altLang="en-US" smtClean="0"/>
              <a:t>2024/9/14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6AC65E-72A2-E71E-B271-EDA62AF9D3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8EB795-4479-411F-2077-24B59B3F2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B92C4-1D39-4889-9BBD-8AE52CD35A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6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8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5" indent="-228595" algn="l" defTabSz="91438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6" indent="-228595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6" indent="-228595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7" indent="-228595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358" indent="-228595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549" indent="-228595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739" indent="-228595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930" indent="-228595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6121" indent="-228595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91" algn="l" defTabSz="91438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82" algn="l" defTabSz="91438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2" algn="l" defTabSz="91438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763" algn="l" defTabSz="91438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954" algn="l" defTabSz="91438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145" algn="l" defTabSz="91438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334" algn="l" defTabSz="91438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525" algn="l" defTabSz="91438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图片 70">
            <a:extLst>
              <a:ext uri="{FF2B5EF4-FFF2-40B4-BE49-F238E27FC236}">
                <a16:creationId xmlns:a16="http://schemas.microsoft.com/office/drawing/2014/main" id="{403775F3-FCD3-5330-8C6C-F83BF13EB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985630"/>
            <a:ext cx="2690165" cy="2170481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B5626D65-B8BD-4461-39B7-FB526928F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919" y="985630"/>
            <a:ext cx="2690165" cy="2170481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A98628B5-F0B6-B94E-D673-A5D7CBE416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838" y="985629"/>
            <a:ext cx="2690774" cy="2171396"/>
          </a:xfrm>
          <a:prstGeom prst="rect">
            <a:avLst/>
          </a:prstGeom>
        </p:spPr>
      </p:pic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EEA7C6FC-9BCC-10DB-4846-FB50F113FC59}"/>
              </a:ext>
            </a:extLst>
          </p:cNvPr>
          <p:cNvSpPr/>
          <p:nvPr/>
        </p:nvSpPr>
        <p:spPr>
          <a:xfrm>
            <a:off x="2031694" y="555479"/>
            <a:ext cx="2690165" cy="3619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Blind</a:t>
            </a:r>
            <a:endParaRPr lang="zh-CN" altLang="en-US" sz="1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A93DC2A5-6A36-A712-D950-9287398C87C7}"/>
              </a:ext>
            </a:extLst>
          </p:cNvPr>
          <p:cNvSpPr/>
          <p:nvPr/>
        </p:nvSpPr>
        <p:spPr>
          <a:xfrm>
            <a:off x="4750918" y="555479"/>
            <a:ext cx="2690165" cy="3619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799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Miscalibrated</a:t>
            </a:r>
            <a:endParaRPr lang="zh-CN" altLang="en-US" sz="1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2C4E04AB-4998-C523-46DC-04C8945504C0}"/>
              </a:ext>
            </a:extLst>
          </p:cNvPr>
          <p:cNvSpPr/>
          <p:nvPr/>
        </p:nvSpPr>
        <p:spPr>
          <a:xfrm>
            <a:off x="7470141" y="555479"/>
            <a:ext cx="2690165" cy="3619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Trustworthy</a:t>
            </a:r>
            <a:endParaRPr lang="zh-CN" altLang="en-US" sz="1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A20F148F-CB99-1C56-723C-3D9DA4685932}"/>
              </a:ext>
            </a:extLst>
          </p:cNvPr>
          <p:cNvSpPr/>
          <p:nvPr/>
        </p:nvSpPr>
        <p:spPr>
          <a:xfrm>
            <a:off x="3368394" y="3494427"/>
            <a:ext cx="2576282" cy="361951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quantification</a:t>
            </a: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75FD147A-7DE1-CB94-014A-96E386F71D52}"/>
              </a:ext>
            </a:extLst>
          </p:cNvPr>
          <p:cNvGrpSpPr/>
          <p:nvPr/>
        </p:nvGrpSpPr>
        <p:grpSpPr>
          <a:xfrm>
            <a:off x="3936207" y="3209925"/>
            <a:ext cx="1440656" cy="219076"/>
            <a:chOff x="3936206" y="3209924"/>
            <a:chExt cx="1440657" cy="219076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F7596B0C-AF72-7DCC-2C3B-4F713DC63764}"/>
                </a:ext>
              </a:extLst>
            </p:cNvPr>
            <p:cNvGrpSpPr/>
            <p:nvPr/>
          </p:nvGrpSpPr>
          <p:grpSpPr>
            <a:xfrm>
              <a:off x="3936206" y="3209925"/>
              <a:ext cx="1440657" cy="219075"/>
              <a:chOff x="3936206" y="3209925"/>
              <a:chExt cx="1440657" cy="219075"/>
            </a:xfrm>
          </p:grpSpPr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8E789C5D-55D1-5E38-82D3-C2FA010DC99D}"/>
                  </a:ext>
                </a:extLst>
              </p:cNvPr>
              <p:cNvCxnSpPr/>
              <p:nvPr/>
            </p:nvCxnSpPr>
            <p:spPr>
              <a:xfrm>
                <a:off x="3936206" y="3209925"/>
                <a:ext cx="0" cy="219075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w="med" len="lg"/>
                <a:tailEnd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93724F56-673F-C571-0D26-5174BE7A71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206" y="3429000"/>
                <a:ext cx="1440657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w="med" len="lg"/>
                <a:tailEnd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ACEEE113-3216-92C1-7BA1-BEED6A22B337}"/>
                </a:ext>
              </a:extLst>
            </p:cNvPr>
            <p:cNvCxnSpPr/>
            <p:nvPr/>
          </p:nvCxnSpPr>
          <p:spPr>
            <a:xfrm flipV="1">
              <a:off x="5376863" y="3209924"/>
              <a:ext cx="0" cy="219075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7FDFFD86-429B-9F39-CBBE-7830E32819EB}"/>
              </a:ext>
            </a:extLst>
          </p:cNvPr>
          <p:cNvGrpSpPr/>
          <p:nvPr/>
        </p:nvGrpSpPr>
        <p:grpSpPr>
          <a:xfrm>
            <a:off x="6819901" y="3226109"/>
            <a:ext cx="1440656" cy="219076"/>
            <a:chOff x="3936206" y="3209924"/>
            <a:chExt cx="1440657" cy="219076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E8691973-0582-DD63-90BA-81B6DA559F50}"/>
                </a:ext>
              </a:extLst>
            </p:cNvPr>
            <p:cNvGrpSpPr/>
            <p:nvPr/>
          </p:nvGrpSpPr>
          <p:grpSpPr>
            <a:xfrm>
              <a:off x="3936206" y="3209925"/>
              <a:ext cx="1440657" cy="219075"/>
              <a:chOff x="3936206" y="3209925"/>
              <a:chExt cx="1440657" cy="219075"/>
            </a:xfrm>
          </p:grpSpPr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6F0D3EEB-A815-B44B-B6AB-5E853AFC969F}"/>
                  </a:ext>
                </a:extLst>
              </p:cNvPr>
              <p:cNvCxnSpPr/>
              <p:nvPr/>
            </p:nvCxnSpPr>
            <p:spPr>
              <a:xfrm>
                <a:off x="3936206" y="3209925"/>
                <a:ext cx="0" cy="219075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w="med" len="lg"/>
                <a:tailEnd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28513ED4-07CE-9933-FAFC-3B12B78FDE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206" y="3429000"/>
                <a:ext cx="1440657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w="med" len="lg"/>
                <a:tailEnd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56603CC8-5927-0A57-4D59-60AFFDBFAEE9}"/>
                </a:ext>
              </a:extLst>
            </p:cNvPr>
            <p:cNvCxnSpPr/>
            <p:nvPr/>
          </p:nvCxnSpPr>
          <p:spPr>
            <a:xfrm flipV="1">
              <a:off x="5376863" y="3209924"/>
              <a:ext cx="0" cy="219075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A28282B1-DACA-57A6-D277-F851E7EF44F6}"/>
              </a:ext>
            </a:extLst>
          </p:cNvPr>
          <p:cNvGrpSpPr/>
          <p:nvPr/>
        </p:nvGrpSpPr>
        <p:grpSpPr>
          <a:xfrm>
            <a:off x="2497932" y="3209921"/>
            <a:ext cx="7197000" cy="798207"/>
            <a:chOff x="2497932" y="3209921"/>
            <a:chExt cx="7197000" cy="798208"/>
          </a:xfrm>
        </p:grpSpPr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814A423F-F808-8039-4038-67CEE5857E28}"/>
                </a:ext>
              </a:extLst>
            </p:cNvPr>
            <p:cNvGrpSpPr/>
            <p:nvPr/>
          </p:nvGrpSpPr>
          <p:grpSpPr>
            <a:xfrm>
              <a:off x="2497932" y="3209921"/>
              <a:ext cx="7197000" cy="798208"/>
              <a:chOff x="2497932" y="3209921"/>
              <a:chExt cx="7197000" cy="798208"/>
            </a:xfrm>
          </p:grpSpPr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42DB044E-76C3-5245-BC9E-C13DE21C40D7}"/>
                  </a:ext>
                </a:extLst>
              </p:cNvPr>
              <p:cNvCxnSpPr/>
              <p:nvPr/>
            </p:nvCxnSpPr>
            <p:spPr>
              <a:xfrm>
                <a:off x="2497932" y="3209924"/>
                <a:ext cx="0" cy="79820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57565AC7-9F62-FF54-B232-EFD15F0E8AEA}"/>
                  </a:ext>
                </a:extLst>
              </p:cNvPr>
              <p:cNvCxnSpPr/>
              <p:nvPr/>
            </p:nvCxnSpPr>
            <p:spPr>
              <a:xfrm>
                <a:off x="9694932" y="3209921"/>
                <a:ext cx="0" cy="798205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stealth" w="med" len="lg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894478BE-D3F9-1458-F0D3-D22122E2BC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2886" y="3500438"/>
                <a:ext cx="3114" cy="50768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C4817C0C-34DA-787C-B612-9F74BAADE823}"/>
                </a:ext>
              </a:extLst>
            </p:cNvPr>
            <p:cNvCxnSpPr/>
            <p:nvPr/>
          </p:nvCxnSpPr>
          <p:spPr>
            <a:xfrm>
              <a:off x="2497932" y="4008126"/>
              <a:ext cx="7197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6841919D-1644-1A13-DF46-E50183154D5D}"/>
              </a:ext>
            </a:extLst>
          </p:cNvPr>
          <p:cNvSpPr/>
          <p:nvPr/>
        </p:nvSpPr>
        <p:spPr>
          <a:xfrm>
            <a:off x="1666078" y="4115308"/>
            <a:ext cx="8853616" cy="361951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 of spatial-temporal dependencies of sparsely-distributed degradation characteristics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5F376DB0-0C9C-0B5E-9C6E-026DD07EFEEE}"/>
              </a:ext>
            </a:extLst>
          </p:cNvPr>
          <p:cNvSpPr txBox="1"/>
          <p:nvPr/>
        </p:nvSpPr>
        <p:spPr>
          <a:xfrm>
            <a:off x="3152824" y="3104867"/>
            <a:ext cx="380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6D5716D6-A550-FF9F-63C9-299C4D874083}"/>
              </a:ext>
            </a:extLst>
          </p:cNvPr>
          <p:cNvSpPr txBox="1"/>
          <p:nvPr/>
        </p:nvSpPr>
        <p:spPr>
          <a:xfrm>
            <a:off x="8600955" y="3106742"/>
            <a:ext cx="380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DF417E-D17F-18A7-9DF1-394C81490F89}"/>
              </a:ext>
            </a:extLst>
          </p:cNvPr>
          <p:cNvSpPr txBox="1"/>
          <p:nvPr/>
        </p:nvSpPr>
        <p:spPr>
          <a:xfrm>
            <a:off x="5880077" y="3104076"/>
            <a:ext cx="495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7009897-8F60-6E3A-6752-44BF6410296E}"/>
              </a:ext>
            </a:extLst>
          </p:cNvPr>
          <p:cNvSpPr/>
          <p:nvPr/>
        </p:nvSpPr>
        <p:spPr>
          <a:xfrm>
            <a:off x="6252088" y="3491421"/>
            <a:ext cx="2576282" cy="361951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 calibration</a:t>
            </a:r>
          </a:p>
        </p:txBody>
      </p:sp>
    </p:spTree>
    <p:extLst>
      <p:ext uri="{BB962C8B-B14F-4D97-AF65-F5344CB8AC3E}">
        <p14:creationId xmlns:p14="http://schemas.microsoft.com/office/powerpoint/2010/main" val="1985929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641</TotalTime>
  <Words>24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Xinhui Lin</dc:creator>
  <cp:lastModifiedBy>Xinhui Lin</cp:lastModifiedBy>
  <cp:revision>38</cp:revision>
  <dcterms:created xsi:type="dcterms:W3CDTF">2024-09-07T03:28:54Z</dcterms:created>
  <dcterms:modified xsi:type="dcterms:W3CDTF">2024-09-14T09:20:18Z</dcterms:modified>
</cp:coreProperties>
</file>