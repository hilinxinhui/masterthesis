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DFEF"/>
    <a:srgbClr val="F4F7F5"/>
    <a:srgbClr val="FEFCE0"/>
    <a:srgbClr val="EFF3F1"/>
    <a:srgbClr val="F4CBBA"/>
    <a:srgbClr val="F7DCD1"/>
    <a:srgbClr val="F2F7EA"/>
    <a:srgbClr val="E4EED6"/>
    <a:srgbClr val="FDEAF2"/>
    <a:srgbClr val="E8E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718" y="18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BE5A0-C99B-4C90-8971-7CD578376B2B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ADD7E-BDB5-499A-AC2D-E4CF0FF7F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5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6E184-EE0D-89CC-F27C-401444098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1DF3A1-2DF7-86CA-1396-CE9B0BD15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3C2F8-3953-1B34-0C8B-9DCB899C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497A0-6573-FC60-5E1A-F93B301F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7A3E2-8030-F207-7DD9-2CCFCD8A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7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E0680-2CB5-7B60-0DDC-00BD165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CAD7CF-8CF4-8923-64C7-CFB252384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E3F1B-1208-C9CC-64FD-51D3E2F9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A9A09-CBF9-C333-52FE-B5A8C1B9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F3362-EC96-1788-779B-C20038A6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C943D-C4D1-DE30-19BC-3CE96CA7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E76C6-5DB9-849C-D8EF-C0335B44A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2D09B-2229-01D2-71EC-C991C63B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8D4CC-5D98-A9B7-595C-DF03835F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370FB0-0AE6-4321-6363-D094EE5C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6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7C1E3-7707-913A-B340-884BC576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D0DA4-08C4-9E09-C08E-ECAEB7DA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74C61B-00A2-BBCB-5C0A-590331FA9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C13FF-63F3-0D05-9D38-38AA8601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6301D-171B-E301-F096-116EF048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E1415-FFC3-CAD7-4E37-FF22D0FB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2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58BF6-103A-A531-5142-6EAB27DD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A18DC-3412-FFFB-0D1B-1A409F54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2E6D32-3681-D4A1-4ECA-9F803B973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A5CB35-5992-95BB-0006-586FE6D99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DAF615-92C5-6D83-57CD-88E3DF0CF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82FB1C-C63E-3F9C-A43F-0EA0FF67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BE9A7F-06F9-D44C-C634-A0293E7B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EBDC4E-2B32-304B-AA81-F7DFE758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6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16337-6419-3DD7-8A4F-13D6078A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84FE8-5ED3-DCFB-9128-012D72B2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60ECE5-CC41-3DDA-BDBA-78488CF0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122B5-D10C-BD84-38D6-61F45D28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1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3C847F-162E-FF0A-0946-E2EB71E4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208582-8620-4685-F826-ABAD4D58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C1ECF-BED7-C47F-E163-0008A7B0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04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E0D8E-A4D4-5689-9921-B11F9FAB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55255-D054-F2F3-9A51-2E2408CC6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274E1F-D6C2-44FA-2A00-011704DB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6502F-95AA-25A2-7E5A-68943697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D06EC4-2884-5D47-7713-CDF0BB64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ED5F0-9210-D595-2332-453634B1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73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7D96F-D94D-6D39-927A-3592B037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C7153F-667B-D1B5-001D-15A36CC6B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EA7DE-2E81-769D-A399-C42A8A5BF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139875-FCB2-7511-D810-125AC733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1FB34-4F5F-9111-D504-6F699333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E0FD5-034B-BE3B-31C0-A2CA890C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1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B8B00-DA05-5E61-7369-8580607C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179FF4-567B-8C67-E4B5-45D120FAB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DDC5C-E6B2-43CC-2A4C-74EF167B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698CB-9385-F43F-EEE2-C277B0F2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83A79-BFB5-4530-1CB6-130BA027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10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BE7FB-80DA-DBC9-A2C8-65FFD60C3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F0E075-88B5-1303-D8EB-86E3C9FA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DDDD5-1EC5-35A2-0D88-E64DEB1E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EB46C7-3004-1544-1A2C-1A6AB382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EC07A-DF37-8664-2C53-5169B0AB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4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FE8342-3B7E-82A6-A726-833D536E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B267D-B828-4A75-EF1A-D60A264FB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C086D-6E3B-8E5E-3240-901F95A67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2091C-B26D-487D-94AF-59F0AA4211B5}" type="datetimeFigureOut">
              <a:rPr lang="zh-CN" altLang="en-US" smtClean="0"/>
              <a:t>2024/9/21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E7334-6FF2-C8DC-42BE-70F7103E1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EECE3-A027-3937-35B0-69C6359A5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1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openxmlformats.org/officeDocument/2006/relationships/image" Target="../media/image1.tif"/><Relationship Id="rId7" Type="http://schemas.openxmlformats.org/officeDocument/2006/relationships/image" Target="../media/image4.wmf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9.png"/><Relationship Id="rId5" Type="http://schemas.openxmlformats.org/officeDocument/2006/relationships/image" Target="../media/image3.tif"/><Relationship Id="rId15" Type="http://schemas.openxmlformats.org/officeDocument/2006/relationships/image" Target="../media/image5.tif"/><Relationship Id="rId4" Type="http://schemas.openxmlformats.org/officeDocument/2006/relationships/image" Target="../media/image2.tif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5.tif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.tif"/><Relationship Id="rId7" Type="http://schemas.openxmlformats.org/officeDocument/2006/relationships/image" Target="../media/image8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png"/><Relationship Id="rId4" Type="http://schemas.openxmlformats.org/officeDocument/2006/relationships/image" Target="../media/image3.tif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1E092F4-B28D-F854-B26F-641987B95F1A}"/>
              </a:ext>
            </a:extLst>
          </p:cNvPr>
          <p:cNvSpPr/>
          <p:nvPr/>
        </p:nvSpPr>
        <p:spPr>
          <a:xfrm>
            <a:off x="340568" y="186611"/>
            <a:ext cx="8527208" cy="385666"/>
          </a:xfrm>
          <a:prstGeom prst="roundRect">
            <a:avLst/>
          </a:prstGeom>
          <a:solidFill>
            <a:srgbClr val="FFE3A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 Estimation &amp; Uncertainty Quantification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CB0CAE-C131-A2EE-78DC-1FBC56EB2845}"/>
              </a:ext>
            </a:extLst>
          </p:cNvPr>
          <p:cNvSpPr/>
          <p:nvPr/>
        </p:nvSpPr>
        <p:spPr>
          <a:xfrm>
            <a:off x="9025812" y="186611"/>
            <a:ext cx="2825620" cy="385666"/>
          </a:xfrm>
          <a:prstGeom prst="roundRect">
            <a:avLst/>
          </a:prstGeom>
          <a:solidFill>
            <a:srgbClr val="FFE3A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Calibration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B958F0C-0A51-C4CC-5005-6F1CE247C2A9}"/>
              </a:ext>
            </a:extLst>
          </p:cNvPr>
          <p:cNvSpPr/>
          <p:nvPr/>
        </p:nvSpPr>
        <p:spPr>
          <a:xfrm>
            <a:off x="340568" y="5943073"/>
            <a:ext cx="2531217" cy="59055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of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Signal Data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14F8F8-F091-32FC-6670-6C0A58D402CD}"/>
              </a:ext>
            </a:extLst>
          </p:cNvPr>
          <p:cNvSpPr/>
          <p:nvPr/>
        </p:nvSpPr>
        <p:spPr>
          <a:xfrm>
            <a:off x="3093445" y="5939771"/>
            <a:ext cx="3032229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9710A56-232F-0694-0F8E-4C88EEE17B78}"/>
              </a:ext>
            </a:extLst>
          </p:cNvPr>
          <p:cNvSpPr/>
          <p:nvPr/>
        </p:nvSpPr>
        <p:spPr>
          <a:xfrm>
            <a:off x="6347335" y="5939772"/>
            <a:ext cx="2520441" cy="593269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6632D2-ADFE-97B3-4D8A-FD7C31797173}"/>
              </a:ext>
            </a:extLst>
          </p:cNvPr>
          <p:cNvSpPr/>
          <p:nvPr/>
        </p:nvSpPr>
        <p:spPr>
          <a:xfrm>
            <a:off x="9025809" y="5939771"/>
            <a:ext cx="2825623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of Post-Hoc 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Calibration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C7833F0-BAA7-6CA6-E42C-142F38CD8E0B}"/>
                  </a:ext>
                </a:extLst>
              </p:cNvPr>
              <p:cNvSpPr txBox="1"/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C7833F0-BAA7-6CA6-E42C-142F38CD8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FEAE2690-5C93-3ECF-0178-918DC259C7CB}"/>
              </a:ext>
            </a:extLst>
          </p:cNvPr>
          <p:cNvGrpSpPr/>
          <p:nvPr/>
        </p:nvGrpSpPr>
        <p:grpSpPr>
          <a:xfrm>
            <a:off x="448485" y="815996"/>
            <a:ext cx="2262229" cy="926001"/>
            <a:chOff x="1575880" y="676906"/>
            <a:chExt cx="2262229" cy="926001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720E180-408B-CEDC-C781-BA8EABE47CFF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DAF80482-2702-CDB6-B71A-B18513892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EE69C934-5EA4-63BC-557F-8007EAF97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771A9047-F9C6-5A16-57C9-6E6D06E4C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72FD19E-9D9D-7704-92D4-223366465190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1DC3848-FD5D-9332-7FA7-9BACB7FB31B2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62D3DC8-9D43-71CE-AED0-6E2436B5D8C8}"/>
              </a:ext>
            </a:extLst>
          </p:cNvPr>
          <p:cNvGrpSpPr/>
          <p:nvPr/>
        </p:nvGrpSpPr>
        <p:grpSpPr>
          <a:xfrm>
            <a:off x="448492" y="40518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BE9193D6-E5FF-7097-26B8-B6FBFCCF2267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EF8D1B9A-B28C-69B0-90AD-6BEEEA6BE154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75" name="对象 74">
                <a:extLst>
                  <a:ext uri="{FF2B5EF4-FFF2-40B4-BE49-F238E27FC236}">
                    <a16:creationId xmlns:a16="http://schemas.microsoft.com/office/drawing/2014/main" id="{0935F0EA-A127-0556-9E8B-CF8C7B21C4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7063764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660240" imgH="190440" progId="Equation.DSMT4">
                      <p:embed/>
                    </p:oleObj>
                  </mc:Choice>
                  <mc:Fallback>
                    <p:oleObj name="Equation" r:id="rId6" imgW="660240" imgH="19044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D6EB9324-F9E6-44DD-A7DB-154757BDBF2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B7F8E16-BC1F-CA2C-24C6-613822DFEC1E}"/>
                </a:ext>
              </a:extLst>
            </p:cNvPr>
            <p:cNvGrpSpPr/>
            <p:nvPr/>
          </p:nvGrpSpPr>
          <p:grpSpPr>
            <a:xfrm>
              <a:off x="547783" y="4041792"/>
              <a:ext cx="1823755" cy="1299205"/>
              <a:chOff x="2088767" y="4413963"/>
              <a:chExt cx="1823755" cy="1299205"/>
            </a:xfrm>
          </p:grpSpPr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D1E6C565-508D-4486-D7EA-812E574B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55B13B03-5204-8478-11CA-AC3824412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6F20B8C-F4CF-DA51-FAAC-17410CC2E074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700458" cy="246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2B6248C-31A7-8C66-F65F-F166AD1A2F37}"/>
                  </a:ext>
                </a:extLst>
              </p:cNvPr>
              <p:cNvSpPr txBox="1"/>
              <p:nvPr/>
            </p:nvSpPr>
            <p:spPr>
              <a:xfrm rot="16200000">
                <a:off x="1933237" y="4859569"/>
                <a:ext cx="557282" cy="2462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AF06076B-0296-8F8C-A9CE-A9ABBFC6C297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83" name="矩形: 圆角 82">
                  <a:extLst>
                    <a:ext uri="{FF2B5EF4-FFF2-40B4-BE49-F238E27FC236}">
                      <a16:creationId xmlns:a16="http://schemas.microsoft.com/office/drawing/2014/main" id="{9DAE2A47-4FA7-D824-9D04-724C6EB51168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A46423EE-C906-43A2-6A95-A7DCCC0C4DBF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B86AD56-BA3A-29D8-1F1B-AA6C89AA14C8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BD681C4-0538-D44D-1ED9-B2A5F58DC982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753A125-9302-B4EE-8BD1-586EF605FACA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04A14DC8-0138-F79D-0795-03130E0EEE95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56B2D01-6E67-461A-7E99-39D90A3E6F80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F06445A8-BD75-66D2-157D-D61C2744B99D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C8558011-C021-0ED4-A858-1103A090B268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473863F-0EA2-644B-525C-D23A9C3944C6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97463E-A50B-87E7-E35E-4F5FE096536C}"/>
              </a:ext>
            </a:extLst>
          </p:cNvPr>
          <p:cNvGrpSpPr/>
          <p:nvPr/>
        </p:nvGrpSpPr>
        <p:grpSpPr>
          <a:xfrm>
            <a:off x="455628" y="2674049"/>
            <a:ext cx="2264970" cy="742595"/>
            <a:chOff x="455628" y="2451799"/>
            <a:chExt cx="2264970" cy="742595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F3792EA-0077-EF50-56BB-2DDE747BD6AD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EE4D8041-7DD7-D242-0BDF-0218B48DD79C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F71D3FD4-E038-2E19-2A6B-1FFDB62CF585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DD4C8F5F-E616-6008-E874-8DB9673156D2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ED4BC3E0-DD75-5208-6268-9847BA7785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6DD0D93B-27D2-663E-211C-826AF84D0C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21B86AE9-9239-A81A-1DCE-05591F4970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EE695A6-37AA-57C6-6CD5-B0AC18582250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A4421418-09B0-88DC-7F4F-E84127B723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26996E60-ADEF-23FD-6A03-46D97D2127BD}"/>
              </a:ext>
            </a:extLst>
          </p:cNvPr>
          <p:cNvSpPr/>
          <p:nvPr/>
        </p:nvSpPr>
        <p:spPr>
          <a:xfrm>
            <a:off x="9679851" y="2763477"/>
            <a:ext cx="1468016" cy="385666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Isotonic Regressor</a:t>
            </a:r>
            <a:endParaRPr lang="en-US" altLang="zh-CN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707E7DE-4645-5F0D-5571-9BBE311C495C}"/>
              </a:ext>
            </a:extLst>
          </p:cNvPr>
          <p:cNvSpPr/>
          <p:nvPr/>
        </p:nvSpPr>
        <p:spPr>
          <a:xfrm>
            <a:off x="9050570" y="346762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CD09046-D795-30AB-B54F-3D71760DC9F0}"/>
              </a:ext>
            </a:extLst>
          </p:cNvPr>
          <p:cNvGrpSpPr/>
          <p:nvPr/>
        </p:nvGrpSpPr>
        <p:grpSpPr>
          <a:xfrm>
            <a:off x="9001050" y="110080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1EA5ED4D-53E7-970F-5C9D-237A211C3BB5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9E36F1DC-0911-EC20-D4B8-514490B0EC83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4A7E712-CEF8-A1BC-C78B-A51B0D65CF2E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6DA6038-8CD1-D04C-65F1-F30EE5E719F6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1C730DC0-7A13-32ED-FEBB-6D78BAE5A80F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6C51CCD6-8DCC-CA2F-6A1B-8A39D2FA9D38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0C6C7317-DD99-CB44-FA2A-3CF995553C38}"/>
                  </a:ext>
                </a:extLst>
              </p:cNvPr>
              <p:cNvCxnSpPr>
                <a:cxnSpLocks/>
                <a:stCxn id="119" idx="0"/>
                <a:endCxn id="11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ABB0EE53-E224-2C28-1992-EC4177D5E0D2}"/>
                  </a:ext>
                </a:extLst>
              </p:cNvPr>
              <p:cNvCxnSpPr>
                <a:cxnSpLocks/>
                <a:stCxn id="115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250B0D3D-65DE-0A80-B943-C2DA16862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7503C4E-269B-8456-1EFE-7F7955E21670}"/>
              </a:ext>
            </a:extLst>
          </p:cNvPr>
          <p:cNvCxnSpPr>
            <a:stCxn id="113" idx="2"/>
          </p:cNvCxnSpPr>
          <p:nvPr/>
        </p:nvCxnSpPr>
        <p:spPr>
          <a:xfrm flipH="1">
            <a:off x="10413859" y="24323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E245ADCC-363D-F4BB-F71F-F795111671F0}"/>
              </a:ext>
            </a:extLst>
          </p:cNvPr>
          <p:cNvCxnSpPr/>
          <p:nvPr/>
        </p:nvCxnSpPr>
        <p:spPr>
          <a:xfrm flipH="1">
            <a:off x="10413858" y="31435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9B5B8158-43E1-E1A3-BDA6-F15E8395B547}"/>
              </a:ext>
            </a:extLst>
          </p:cNvPr>
          <p:cNvGrpSpPr/>
          <p:nvPr/>
        </p:nvGrpSpPr>
        <p:grpSpPr>
          <a:xfrm>
            <a:off x="1573362" y="683359"/>
            <a:ext cx="9881644" cy="1515759"/>
            <a:chOff x="1573362" y="683359"/>
            <a:chExt cx="9881644" cy="1515759"/>
          </a:xfrm>
        </p:grpSpPr>
        <p:cxnSp>
          <p:nvCxnSpPr>
            <p:cNvPr id="134" name="连接符: 肘形 133">
              <a:extLst>
                <a:ext uri="{FF2B5EF4-FFF2-40B4-BE49-F238E27FC236}">
                  <a16:creationId xmlns:a16="http://schemas.microsoft.com/office/drawing/2014/main" id="{5278127D-A0D0-668E-D13B-043829C9E214}"/>
                </a:ext>
              </a:extLst>
            </p:cNvPr>
            <p:cNvCxnSpPr>
              <a:cxnSpLocks/>
              <a:endCxn id="116" idx="3"/>
            </p:cNvCxnSpPr>
            <p:nvPr/>
          </p:nvCxnSpPr>
          <p:spPr>
            <a:xfrm>
              <a:off x="1573362" y="683359"/>
              <a:ext cx="9881644" cy="1515759"/>
            </a:xfrm>
            <a:prstGeom prst="bentConnector3">
              <a:avLst>
                <a:gd name="adj1" fmla="val 102313"/>
              </a:avLst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C4CBC98-FC12-522F-2499-AE5D0F960D41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V="1">
              <a:off x="1579600" y="683359"/>
              <a:ext cx="0" cy="13263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C98CA741-29C6-624A-F46C-2DE26A4A2F1F}"/>
              </a:ext>
            </a:extLst>
          </p:cNvPr>
          <p:cNvGrpSpPr/>
          <p:nvPr/>
        </p:nvGrpSpPr>
        <p:grpSpPr>
          <a:xfrm>
            <a:off x="3060187" y="960464"/>
            <a:ext cx="3035813" cy="4502151"/>
            <a:chOff x="3892010" y="1028700"/>
            <a:chExt cx="3035813" cy="4502151"/>
          </a:xfrm>
        </p:grpSpPr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EA79159-8438-78EB-DD41-7346621E260C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EF3EEF07-E08A-1829-05F8-A403B77C73A5}"/>
                </a:ext>
              </a:extLst>
            </p:cNvPr>
            <p:cNvGrpSpPr/>
            <p:nvPr/>
          </p:nvGrpSpPr>
          <p:grpSpPr>
            <a:xfrm>
              <a:off x="4062115" y="1347232"/>
              <a:ext cx="2695601" cy="3959760"/>
              <a:chOff x="6492573" y="1069660"/>
              <a:chExt cx="2695601" cy="3959760"/>
            </a:xfrm>
          </p:grpSpPr>
          <p:sp>
            <p:nvSpPr>
              <p:cNvPr id="200" name="矩形: 圆角 199">
                <a:extLst>
                  <a:ext uri="{FF2B5EF4-FFF2-40B4-BE49-F238E27FC236}">
                    <a16:creationId xmlns:a16="http://schemas.microsoft.com/office/drawing/2014/main" id="{B3FA41CE-F181-0A29-526D-C13381DAE16F}"/>
                  </a:ext>
                </a:extLst>
              </p:cNvPr>
              <p:cNvSpPr/>
              <p:nvPr/>
            </p:nvSpPr>
            <p:spPr>
              <a:xfrm>
                <a:off x="6733818" y="344286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矩形: 圆角 200">
                <a:extLst>
                  <a:ext uri="{FF2B5EF4-FFF2-40B4-BE49-F238E27FC236}">
                    <a16:creationId xmlns:a16="http://schemas.microsoft.com/office/drawing/2014/main" id="{5DF9ACF0-9AB9-FFB4-2CC2-C891E09F7B39}"/>
                  </a:ext>
                </a:extLst>
              </p:cNvPr>
              <p:cNvSpPr/>
              <p:nvPr/>
            </p:nvSpPr>
            <p:spPr>
              <a:xfrm>
                <a:off x="7163995" y="1857594"/>
                <a:ext cx="150799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4A82914F-A84F-CAB8-A20A-260885B362A1}"/>
                  </a:ext>
                </a:extLst>
              </p:cNvPr>
              <p:cNvSpPr/>
              <p:nvPr/>
            </p:nvSpPr>
            <p:spPr>
              <a:xfrm>
                <a:off x="7216489" y="2643949"/>
                <a:ext cx="1406956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矩形: 圆角 202">
                <a:extLst>
                  <a:ext uri="{FF2B5EF4-FFF2-40B4-BE49-F238E27FC236}">
                    <a16:creationId xmlns:a16="http://schemas.microsoft.com/office/drawing/2014/main" id="{CF3B7D57-A2C0-77C0-4396-AAB47691784E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58666BD7-AD61-CD2C-B3AF-435D5C4BD23A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DC80C9FB-082F-BFAF-4FE9-A95AD3169D60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E9A17076-3041-9805-D093-8AAEAF7DBC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222" name="流程图: 接点 221">
                  <a:extLst>
                    <a:ext uri="{FF2B5EF4-FFF2-40B4-BE49-F238E27FC236}">
                      <a16:creationId xmlns:a16="http://schemas.microsoft.com/office/drawing/2014/main" id="{1D202A7B-10F4-9064-5509-F8F500C054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3" name="连接符: 曲线 222">
                  <a:extLst>
                    <a:ext uri="{FF2B5EF4-FFF2-40B4-BE49-F238E27FC236}">
                      <a16:creationId xmlns:a16="http://schemas.microsoft.com/office/drawing/2014/main" id="{0DCCE04E-D4A3-63B2-BFBA-868FC7E600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207" name="矩形: 圆角 206">
                <a:extLst>
                  <a:ext uri="{FF2B5EF4-FFF2-40B4-BE49-F238E27FC236}">
                    <a16:creationId xmlns:a16="http://schemas.microsoft.com/office/drawing/2014/main" id="{C2D9E2DC-F6E6-4BC0-779B-C20CBABEFFEE}"/>
                  </a:ext>
                </a:extLst>
              </p:cNvPr>
              <p:cNvSpPr/>
              <p:nvPr/>
            </p:nvSpPr>
            <p:spPr>
              <a:xfrm>
                <a:off x="6492573" y="3948833"/>
                <a:ext cx="96758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A1FBF21-CB9E-2B37-262E-3678ABFEC5F5}"/>
                  </a:ext>
                </a:extLst>
              </p:cNvPr>
              <p:cNvSpPr txBox="1"/>
              <p:nvPr/>
            </p:nvSpPr>
            <p:spPr>
              <a:xfrm>
                <a:off x="6534310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21EBBF7C-3157-A1B3-37B9-889687BA9D4A}"/>
                  </a:ext>
                </a:extLst>
              </p:cNvPr>
              <p:cNvSpPr txBox="1"/>
              <p:nvPr/>
            </p:nvSpPr>
            <p:spPr>
              <a:xfrm>
                <a:off x="7014559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0772963A-2857-2AA9-CD80-41A241A7C6DA}"/>
                  </a:ext>
                </a:extLst>
              </p:cNvPr>
              <p:cNvCxnSpPr>
                <a:cxnSpLocks/>
                <a:stCxn id="208" idx="0"/>
              </p:cNvCxnSpPr>
              <p:nvPr/>
            </p:nvCxnSpPr>
            <p:spPr>
              <a:xfrm flipV="1">
                <a:off x="6736240" y="4388786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6144BF2E-945F-E04C-0548-5FA23393DE49}"/>
                  </a:ext>
                </a:extLst>
              </p:cNvPr>
              <p:cNvCxnSpPr>
                <a:cxnSpLocks/>
                <a:stCxn id="209" idx="0"/>
              </p:cNvCxnSpPr>
              <p:nvPr/>
            </p:nvCxnSpPr>
            <p:spPr>
              <a:xfrm flipV="1">
                <a:off x="7216489" y="4381997"/>
                <a:ext cx="0" cy="365661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2" name="直接箭头连接符 211">
                <a:extLst>
                  <a:ext uri="{FF2B5EF4-FFF2-40B4-BE49-F238E27FC236}">
                    <a16:creationId xmlns:a16="http://schemas.microsoft.com/office/drawing/2014/main" id="{1AC64DD0-2D9C-17E4-899D-EC6FC0C63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6365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F029463E-BDBD-4674-0489-16D0E1A38BBD}"/>
                  </a:ext>
                </a:extLst>
              </p:cNvPr>
              <p:cNvSpPr txBox="1"/>
              <p:nvPr/>
            </p:nvSpPr>
            <p:spPr>
              <a:xfrm>
                <a:off x="7583295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DD799DED-3CAE-4A74-7AF5-FD1E60FCE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5225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81EDC9EA-65F8-3482-9860-F9B7974F08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59923" y="1069660"/>
                <a:ext cx="14" cy="218858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71747305-58F6-8B7E-05B3-C91AF19892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509FD3E5-8D62-CFCE-8D93-21DDA4F007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7992" y="2298700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AD5D3411-5EB2-C756-0F46-A5AFFB67A69D}"/>
                  </a:ext>
                </a:extLst>
              </p:cNvPr>
              <p:cNvCxnSpPr>
                <a:cxnSpLocks/>
                <a:stCxn id="205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C6BD1E04-583D-DDB7-8227-B0AC33CC2B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76" y="1500188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F631416F-82F0-19EB-3768-5882645BF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38CD5BBD-D1CA-CEF7-1F2C-DC712986B2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3E927B19-6453-0EEF-CF6B-DE0EBFF155F2}"/>
              </a:ext>
            </a:extLst>
          </p:cNvPr>
          <p:cNvCxnSpPr>
            <a:cxnSpLocks/>
          </p:cNvCxnSpPr>
          <p:nvPr/>
        </p:nvCxnSpPr>
        <p:spPr>
          <a:xfrm>
            <a:off x="1579599" y="1741965"/>
            <a:ext cx="3954" cy="228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BB90A141-994D-C31D-397D-AC0F6D493DFD}"/>
              </a:ext>
            </a:extLst>
          </p:cNvPr>
          <p:cNvCxnSpPr>
            <a:cxnSpLocks/>
          </p:cNvCxnSpPr>
          <p:nvPr/>
        </p:nvCxnSpPr>
        <p:spPr>
          <a:xfrm>
            <a:off x="1585177" y="2456888"/>
            <a:ext cx="0" cy="216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9A72AC96-A588-026E-4895-CF8AB8499D48}"/>
              </a:ext>
            </a:extLst>
          </p:cNvPr>
          <p:cNvCxnSpPr>
            <a:cxnSpLocks/>
          </p:cNvCxnSpPr>
          <p:nvPr/>
        </p:nvCxnSpPr>
        <p:spPr>
          <a:xfrm>
            <a:off x="1586407" y="3856346"/>
            <a:ext cx="0" cy="18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D83E77CD-6E3D-3993-B602-BC09B4D30ED9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583981" y="3416644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95A26C-158E-FE0F-E3A5-B1BE443E3BBB}"/>
              </a:ext>
            </a:extLst>
          </p:cNvPr>
          <p:cNvGrpSpPr/>
          <p:nvPr/>
        </p:nvGrpSpPr>
        <p:grpSpPr>
          <a:xfrm>
            <a:off x="6435506" y="981398"/>
            <a:ext cx="2356702" cy="4780573"/>
            <a:chOff x="6435506" y="981398"/>
            <a:chExt cx="2356702" cy="4780573"/>
          </a:xfrm>
        </p:grpSpPr>
        <p:sp>
          <p:nvSpPr>
            <p:cNvPr id="280" name="文本框 279">
              <a:extLst>
                <a:ext uri="{FF2B5EF4-FFF2-40B4-BE49-F238E27FC236}">
                  <a16:creationId xmlns:a16="http://schemas.microsoft.com/office/drawing/2014/main" id="{47A11836-649F-5D0A-0BB7-D46328C90971}"/>
                </a:ext>
              </a:extLst>
            </p:cNvPr>
            <p:cNvSpPr txBox="1"/>
            <p:nvPr/>
          </p:nvSpPr>
          <p:spPr>
            <a:xfrm>
              <a:off x="7555758" y="5454194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8184A3B1-2FE5-2889-C38F-B9CDA04B1EAD}"/>
                </a:ext>
              </a:extLst>
            </p:cNvPr>
            <p:cNvSpPr txBox="1"/>
            <p:nvPr/>
          </p:nvSpPr>
          <p:spPr>
            <a:xfrm>
              <a:off x="6752258" y="1559374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511535AA-91EF-4890-4B4F-E19FC7DDF45A}"/>
                </a:ext>
              </a:extLst>
            </p:cNvPr>
            <p:cNvSpPr txBox="1"/>
            <p:nvPr/>
          </p:nvSpPr>
          <p:spPr>
            <a:xfrm>
              <a:off x="7780124" y="1559373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/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0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/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4ED9B963-E0A8-433E-008C-E31C54E66C5C}"/>
                </a:ext>
              </a:extLst>
            </p:cNvPr>
            <p:cNvGrpSpPr/>
            <p:nvPr/>
          </p:nvGrpSpPr>
          <p:grpSpPr>
            <a:xfrm>
              <a:off x="6953458" y="2039831"/>
              <a:ext cx="1320800" cy="1003866"/>
              <a:chOff x="1362075" y="2827673"/>
              <a:chExt cx="1320800" cy="1098550"/>
            </a:xfrm>
          </p:grpSpPr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133EAF8D-8110-274B-3B96-0DF6BDB81D34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312" name="矩形: 圆角 311">
                  <a:extLst>
                    <a:ext uri="{FF2B5EF4-FFF2-40B4-BE49-F238E27FC236}">
                      <a16:creationId xmlns:a16="http://schemas.microsoft.com/office/drawing/2014/main" id="{B071ACDE-F69A-907F-8C93-4BE70F2B5EA1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3" name="矩形: 圆角 312">
                  <a:extLst>
                    <a:ext uri="{FF2B5EF4-FFF2-40B4-BE49-F238E27FC236}">
                      <a16:creationId xmlns:a16="http://schemas.microsoft.com/office/drawing/2014/main" id="{FD06E299-448B-B829-9537-F13BB6EB2A7A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4" name="矩形: 圆角 313">
                  <a:extLst>
                    <a:ext uri="{FF2B5EF4-FFF2-40B4-BE49-F238E27FC236}">
                      <a16:creationId xmlns:a16="http://schemas.microsoft.com/office/drawing/2014/main" id="{5E06230A-BC6F-862C-9A43-515813C4998B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A4B3C9B4-DACC-DFF1-AD40-E464A36598A0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7D5FAB6A-0348-79B7-E137-D832F6DE4F84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FA62D3D5-D64B-5124-62CF-B72CA818D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9" y="1349758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FFC3124C-87ED-FBB0-B23D-7492398AE0E6}"/>
                </a:ext>
              </a:extLst>
            </p:cNvPr>
            <p:cNvGrpSpPr/>
            <p:nvPr/>
          </p:nvGrpSpPr>
          <p:grpSpPr>
            <a:xfrm>
              <a:off x="7099926" y="1805597"/>
              <a:ext cx="1027865" cy="234234"/>
              <a:chOff x="3721481" y="1975000"/>
              <a:chExt cx="1027865" cy="234234"/>
            </a:xfrm>
          </p:grpSpPr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3AABA64E-DC0E-9BE9-2379-8475E9B99BFE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307" name="连接符: 肘形 306">
                  <a:extLst>
                    <a:ext uri="{FF2B5EF4-FFF2-40B4-BE49-F238E27FC236}">
                      <a16:creationId xmlns:a16="http://schemas.microsoft.com/office/drawing/2014/main" id="{556D992E-940D-CE9C-BC34-5BD01DF5084B}"/>
                    </a:ext>
                  </a:extLst>
                </p:cNvPr>
                <p:cNvCxnSpPr>
                  <a:cxnSpLocks/>
                  <a:stCxn id="281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连接符 307">
                  <a:extLst>
                    <a:ext uri="{FF2B5EF4-FFF2-40B4-BE49-F238E27FC236}">
                      <a16:creationId xmlns:a16="http://schemas.microsoft.com/office/drawing/2014/main" id="{212F77E8-A0F0-3CF7-6A40-907F9A372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9FE90D3B-B02D-5F3C-6C6F-13F4013377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7BE10DE3-C5CE-91B2-7A7C-56341373F4F6}"/>
                </a:ext>
              </a:extLst>
            </p:cNvPr>
            <p:cNvSpPr/>
            <p:nvPr/>
          </p:nvSpPr>
          <p:spPr>
            <a:xfrm>
              <a:off x="6958556" y="357441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AA90AB08-DFA2-DD68-69C4-E84AA549B638}"/>
                </a:ext>
              </a:extLst>
            </p:cNvPr>
            <p:cNvSpPr/>
            <p:nvPr/>
          </p:nvSpPr>
          <p:spPr>
            <a:xfrm>
              <a:off x="6953458" y="400120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5514029A-FE4F-ABA8-08F8-C5CD2B39135E}"/>
                </a:ext>
              </a:extLst>
            </p:cNvPr>
            <p:cNvGrpSpPr/>
            <p:nvPr/>
          </p:nvGrpSpPr>
          <p:grpSpPr>
            <a:xfrm>
              <a:off x="6630994" y="4404498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301" name="矩形: 圆角 300">
                <a:extLst>
                  <a:ext uri="{FF2B5EF4-FFF2-40B4-BE49-F238E27FC236}">
                    <a16:creationId xmlns:a16="http://schemas.microsoft.com/office/drawing/2014/main" id="{D8C2005D-B50A-5155-C2E1-301C9ABE20EA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2" name="矩形: 圆角 301">
                <a:extLst>
                  <a:ext uri="{FF2B5EF4-FFF2-40B4-BE49-F238E27FC236}">
                    <a16:creationId xmlns:a16="http://schemas.microsoft.com/office/drawing/2014/main" id="{7B3B7CD3-9B26-09BE-555C-8A15306A8BAA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950004A9-54F5-6AE3-404E-46CC2BD271B7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4" name="矩形: 圆角 303">
                <a:extLst>
                  <a:ext uri="{FF2B5EF4-FFF2-40B4-BE49-F238E27FC236}">
                    <a16:creationId xmlns:a16="http://schemas.microsoft.com/office/drawing/2014/main" id="{C366EB9C-34F8-E771-9713-9B69259D0DBC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8A471CF1-D14A-DE94-F284-D8022141F86E}"/>
                </a:ext>
              </a:extLst>
            </p:cNvPr>
            <p:cNvSpPr/>
            <p:nvPr/>
          </p:nvSpPr>
          <p:spPr>
            <a:xfrm>
              <a:off x="6435506" y="3275286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01772227-747B-70CE-62B2-29C864111B86}"/>
                </a:ext>
              </a:extLst>
            </p:cNvPr>
            <p:cNvCxnSpPr>
              <a:cxnSpLocks/>
              <a:stCxn id="292" idx="0"/>
              <a:endCxn id="310" idx="2"/>
            </p:cNvCxnSpPr>
            <p:nvPr/>
          </p:nvCxnSpPr>
          <p:spPr>
            <a:xfrm flipV="1">
              <a:off x="7613857" y="3043697"/>
              <a:ext cx="1" cy="2315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3DD4515B-3B41-66A8-34A9-DB11D4FD2FE4}"/>
                </a:ext>
              </a:extLst>
            </p:cNvPr>
            <p:cNvCxnSpPr>
              <a:cxnSpLocks/>
              <a:stCxn id="280" idx="0"/>
            </p:cNvCxnSpPr>
            <p:nvPr/>
          </p:nvCxnSpPr>
          <p:spPr>
            <a:xfrm flipV="1">
              <a:off x="7663235" y="5071050"/>
              <a:ext cx="0" cy="3831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4129C8E6-FBEB-5877-E5C3-9B7CB4BF1DA7}"/>
                </a:ext>
              </a:extLst>
            </p:cNvPr>
            <p:cNvCxnSpPr/>
            <p:nvPr/>
          </p:nvCxnSpPr>
          <p:spPr>
            <a:xfrm flipV="1">
              <a:off x="7128120" y="424224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81881CA0-A79E-A7F6-A277-09392A728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4224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26B56607-6F3F-DFE7-4CC4-030C43201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4224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E5467B98-351B-5FB3-55B6-FC9199F95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4224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9DF84099-362A-283B-8803-18138237B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2017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连接符: 肘形 299">
              <a:extLst>
                <a:ext uri="{FF2B5EF4-FFF2-40B4-BE49-F238E27FC236}">
                  <a16:creationId xmlns:a16="http://schemas.microsoft.com/office/drawing/2014/main" id="{6B94FBD8-4D1E-ED1D-B581-96553EE9ECA1}"/>
                </a:ext>
              </a:extLst>
            </p:cNvPr>
            <p:cNvCxnSpPr>
              <a:cxnSpLocks/>
              <a:endCxn id="289" idx="3"/>
            </p:cNvCxnSpPr>
            <p:nvPr/>
          </p:nvCxnSpPr>
          <p:spPr>
            <a:xfrm rot="5400000" flipH="1" flipV="1">
              <a:off x="7191210" y="416932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6" name="连接符: 肘形 315">
            <a:extLst>
              <a:ext uri="{FF2B5EF4-FFF2-40B4-BE49-F238E27FC236}">
                <a16:creationId xmlns:a16="http://schemas.microsoft.com/office/drawing/2014/main" id="{57E944E8-1953-A910-B51D-C331806CB9F6}"/>
              </a:ext>
            </a:extLst>
          </p:cNvPr>
          <p:cNvCxnSpPr>
            <a:stCxn id="284" idx="3"/>
            <a:endCxn id="115" idx="1"/>
          </p:cNvCxnSpPr>
          <p:nvPr/>
        </p:nvCxnSpPr>
        <p:spPr>
          <a:xfrm>
            <a:off x="8606835" y="1181453"/>
            <a:ext cx="765876" cy="1017665"/>
          </a:xfrm>
          <a:prstGeom prst="bentConnector3">
            <a:avLst>
              <a:gd name="adj1" fmla="val 21810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连接符: 肘形 318">
            <a:extLst>
              <a:ext uri="{FF2B5EF4-FFF2-40B4-BE49-F238E27FC236}">
                <a16:creationId xmlns:a16="http://schemas.microsoft.com/office/drawing/2014/main" id="{19C7C448-4311-BAB9-7215-F1E6954E5A53}"/>
              </a:ext>
            </a:extLst>
          </p:cNvPr>
          <p:cNvCxnSpPr>
            <a:endCxn id="280" idx="1"/>
          </p:cNvCxnSpPr>
          <p:nvPr/>
        </p:nvCxnSpPr>
        <p:spPr>
          <a:xfrm>
            <a:off x="2717857" y="4860628"/>
            <a:ext cx="4837901" cy="747455"/>
          </a:xfrm>
          <a:prstGeom prst="bentConnector3">
            <a:avLst>
              <a:gd name="adj1" fmla="val 3798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C644CEBD-6348-B0EE-551D-1F9F8C1D2669}"/>
              </a:ext>
            </a:extLst>
          </p:cNvPr>
          <p:cNvCxnSpPr/>
          <p:nvPr/>
        </p:nvCxnSpPr>
        <p:spPr>
          <a:xfrm flipH="1" flipV="1">
            <a:off x="6125674" y="1441238"/>
            <a:ext cx="902452" cy="3328256"/>
          </a:xfrm>
          <a:prstGeom prst="line">
            <a:avLst/>
          </a:prstGeom>
          <a:ln w="19050">
            <a:solidFill>
              <a:schemeClr val="accent3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69F44849-105C-6B68-FE49-6E0B6C1196B5}"/>
              </a:ext>
            </a:extLst>
          </p:cNvPr>
          <p:cNvCxnSpPr/>
          <p:nvPr/>
        </p:nvCxnSpPr>
        <p:spPr>
          <a:xfrm flipH="1">
            <a:off x="5925893" y="5079204"/>
            <a:ext cx="1102233" cy="288593"/>
          </a:xfrm>
          <a:prstGeom prst="line">
            <a:avLst/>
          </a:prstGeom>
          <a:ln w="19050">
            <a:solidFill>
              <a:schemeClr val="accent3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2789ED3E-19CD-434B-4AC8-678D58B835F9}"/>
                  </a:ext>
                </a:extLst>
              </p:cNvPr>
              <p:cNvSpPr txBox="1"/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2789ED3E-19CD-434B-4AC8-678D58B8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2" name="文本框 361">
            <a:extLst>
              <a:ext uri="{FF2B5EF4-FFF2-40B4-BE49-F238E27FC236}">
                <a16:creationId xmlns:a16="http://schemas.microsoft.com/office/drawing/2014/main" id="{4C28AAFE-CE8E-31F2-3AF8-0D16AC19957C}"/>
              </a:ext>
            </a:extLst>
          </p:cNvPr>
          <p:cNvSpPr txBox="1"/>
          <p:nvPr/>
        </p:nvSpPr>
        <p:spPr>
          <a:xfrm>
            <a:off x="4377240" y="1014667"/>
            <a:ext cx="1649887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Weights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95B429-18B3-C679-9B7C-13C2FFA8C725}"/>
              </a:ext>
            </a:extLst>
          </p:cNvPr>
          <p:cNvSpPr/>
          <p:nvPr/>
        </p:nvSpPr>
        <p:spPr>
          <a:xfrm>
            <a:off x="653779" y="36465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BAC6CA-309A-BA61-2794-A6BD0C436E3A}"/>
              </a:ext>
            </a:extLst>
          </p:cNvPr>
          <p:cNvSpPr/>
          <p:nvPr/>
        </p:nvSpPr>
        <p:spPr>
          <a:xfrm>
            <a:off x="609679" y="1967834"/>
            <a:ext cx="1927365" cy="500469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 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7A785A6-B0F8-0113-05E5-C68A569E7CF1}"/>
              </a:ext>
            </a:extLst>
          </p:cNvPr>
          <p:cNvCxnSpPr>
            <a:cxnSpLocks/>
          </p:cNvCxnSpPr>
          <p:nvPr/>
        </p:nvCxnSpPr>
        <p:spPr>
          <a:xfrm flipH="1">
            <a:off x="7081609" y="1354330"/>
            <a:ext cx="1" cy="209616"/>
          </a:xfrm>
          <a:prstGeom prst="line">
            <a:avLst/>
          </a:prstGeom>
          <a:ln w="19050">
            <a:solidFill>
              <a:schemeClr val="tx1"/>
            </a:solidFill>
            <a:headEnd type="triangle" w="med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17723646-D3B0-25D0-CD8A-987D27E0062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015" y="3856708"/>
            <a:ext cx="2224735" cy="18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7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9F66870-99AD-EE83-853E-3F003702441A}"/>
              </a:ext>
            </a:extLst>
          </p:cNvPr>
          <p:cNvSpPr/>
          <p:nvPr/>
        </p:nvSpPr>
        <p:spPr>
          <a:xfrm>
            <a:off x="340568" y="186611"/>
            <a:ext cx="8527208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State-of-Health Estimation &amp; Model Uncertainty Quantification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A3BCB4-E528-7708-590E-3344C1AF7DD2}"/>
              </a:ext>
            </a:extLst>
          </p:cNvPr>
          <p:cNvSpPr/>
          <p:nvPr/>
        </p:nvSpPr>
        <p:spPr>
          <a:xfrm>
            <a:off x="9025812" y="186611"/>
            <a:ext cx="2825620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Uncertainty Calibration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5C39E1-79A0-25A7-B12A-725A0CCEACCA}"/>
              </a:ext>
            </a:extLst>
          </p:cNvPr>
          <p:cNvSpPr/>
          <p:nvPr/>
        </p:nvSpPr>
        <p:spPr>
          <a:xfrm>
            <a:off x="340568" y="6184179"/>
            <a:ext cx="3032229" cy="524348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Stochastic Self-Attention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D2788B-F274-3ED6-13FA-C52E5BAA0F40}"/>
              </a:ext>
            </a:extLst>
          </p:cNvPr>
          <p:cNvSpPr/>
          <p:nvPr/>
        </p:nvSpPr>
        <p:spPr>
          <a:xfrm>
            <a:off x="3498347" y="6181384"/>
            <a:ext cx="5172902" cy="525753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Spatial-Temporal Transformer (HSSTT)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33972CB-E1CB-5D32-BBAB-A6FD77E53005}"/>
              </a:ext>
            </a:extLst>
          </p:cNvPr>
          <p:cNvSpPr/>
          <p:nvPr/>
        </p:nvSpPr>
        <p:spPr>
          <a:xfrm>
            <a:off x="9025809" y="5939771"/>
            <a:ext cx="2825623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of Post-Hoc 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Calibration Model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96A2FF8-EAD1-7F97-058E-D24441FDB11B}"/>
              </a:ext>
            </a:extLst>
          </p:cNvPr>
          <p:cNvSpPr/>
          <p:nvPr/>
        </p:nvSpPr>
        <p:spPr>
          <a:xfrm>
            <a:off x="9679851" y="2763477"/>
            <a:ext cx="1468016" cy="385666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Isotonic Regressor</a:t>
            </a:r>
            <a:endParaRPr lang="en-US" altLang="zh-CN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4F97A9D-A1BF-9A81-04C4-0176B87FF534}"/>
              </a:ext>
            </a:extLst>
          </p:cNvPr>
          <p:cNvSpPr/>
          <p:nvPr/>
        </p:nvSpPr>
        <p:spPr>
          <a:xfrm>
            <a:off x="9050570" y="346762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762B8E1-F7F8-A273-21BD-F90BAEF69685}"/>
              </a:ext>
            </a:extLst>
          </p:cNvPr>
          <p:cNvGrpSpPr/>
          <p:nvPr/>
        </p:nvGrpSpPr>
        <p:grpSpPr>
          <a:xfrm>
            <a:off x="9001050" y="110080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BE2A56-C31C-430A-7DB5-81084D1EFC73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E0C453D-1CF0-8DF9-F865-D0A6B3F08474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8D9125D-937B-AF16-1AB4-18BD841E7FB6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849C471-362D-4D67-7DF5-7F77D753BE97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2A90896-B118-9A7E-07A4-B2CC2F677978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41D9998-6913-2A8D-D465-AEF723329435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F59296BD-D14A-E6CE-0D44-3E99A3887EE2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F654B80-A17C-C684-444C-2412D606E6BF}"/>
                  </a:ext>
                </a:extLst>
              </p:cNvPr>
              <p:cNvCxnSpPr>
                <a:cxnSpLocks/>
                <a:stCxn id="58" idx="0"/>
                <a:endCxn id="58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3541C9A7-F253-5CCE-42B5-C7CA5AA5397B}"/>
                  </a:ext>
                </a:extLst>
              </p:cNvPr>
              <p:cNvCxnSpPr>
                <a:cxnSpLocks/>
                <a:stCxn id="54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ED4BA3B8-5BAD-0A70-04EC-E3CB47DBD2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40392B7-D519-ABD9-4399-C8C97EB38093}"/>
              </a:ext>
            </a:extLst>
          </p:cNvPr>
          <p:cNvCxnSpPr>
            <a:stCxn id="52" idx="2"/>
          </p:cNvCxnSpPr>
          <p:nvPr/>
        </p:nvCxnSpPr>
        <p:spPr>
          <a:xfrm flipH="1">
            <a:off x="10413859" y="24323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BACA920-16A9-DC1C-3E5A-4A5BCDDBCB50}"/>
              </a:ext>
            </a:extLst>
          </p:cNvPr>
          <p:cNvCxnSpPr/>
          <p:nvPr/>
        </p:nvCxnSpPr>
        <p:spPr>
          <a:xfrm flipH="1">
            <a:off x="10413858" y="31435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DAB3DBB-D0FF-73A6-2BD2-9022BACD7335}"/>
              </a:ext>
            </a:extLst>
          </p:cNvPr>
          <p:cNvGrpSpPr/>
          <p:nvPr/>
        </p:nvGrpSpPr>
        <p:grpSpPr>
          <a:xfrm>
            <a:off x="315811" y="1075126"/>
            <a:ext cx="3056985" cy="4502151"/>
            <a:chOff x="3892010" y="1028700"/>
            <a:chExt cx="3035813" cy="4502151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F070F537-917A-6338-F863-1B5F681567E4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7EC313CC-C6A8-C7C4-5C4F-4DE99A9E73E0}"/>
                </a:ext>
              </a:extLst>
            </p:cNvPr>
            <p:cNvGrpSpPr/>
            <p:nvPr/>
          </p:nvGrpSpPr>
          <p:grpSpPr>
            <a:xfrm>
              <a:off x="4062115" y="1347232"/>
              <a:ext cx="2695601" cy="3959760"/>
              <a:chOff x="6492573" y="1069660"/>
              <a:chExt cx="2695601" cy="3959760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A2C8858-AE08-BCCF-3D17-18674E7212F7}"/>
                  </a:ext>
                </a:extLst>
              </p:cNvPr>
              <p:cNvSpPr/>
              <p:nvPr/>
            </p:nvSpPr>
            <p:spPr>
              <a:xfrm>
                <a:off x="6733818" y="344286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7DA603C-BA14-79B6-9FCD-58096C9A01BC}"/>
                  </a:ext>
                </a:extLst>
              </p:cNvPr>
              <p:cNvSpPr/>
              <p:nvPr/>
            </p:nvSpPr>
            <p:spPr>
              <a:xfrm>
                <a:off x="6885328" y="1857594"/>
                <a:ext cx="1786661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577A725C-DBA6-9718-38B2-3E2D55DB42C2}"/>
                  </a:ext>
                </a:extLst>
              </p:cNvPr>
              <p:cNvSpPr/>
              <p:nvPr/>
            </p:nvSpPr>
            <p:spPr>
              <a:xfrm>
                <a:off x="6861461" y="2643949"/>
                <a:ext cx="1761984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71F6442D-0F3F-C171-47ED-05673BE4711C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4325070-FFBD-4C3F-C3D1-1D407EA44439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C461A87-281E-8325-BFE9-7D4B4F935F03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3FD6F631-7782-8408-C69F-F127A7A903B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92" name="流程图: 接点 91">
                  <a:extLst>
                    <a:ext uri="{FF2B5EF4-FFF2-40B4-BE49-F238E27FC236}">
                      <a16:creationId xmlns:a16="http://schemas.microsoft.com/office/drawing/2014/main" id="{3A83983C-39B3-18B8-6A8A-8E16A0C26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3" name="连接符: 曲线 92">
                  <a:extLst>
                    <a:ext uri="{FF2B5EF4-FFF2-40B4-BE49-F238E27FC236}">
                      <a16:creationId xmlns:a16="http://schemas.microsoft.com/office/drawing/2014/main" id="{BE3F084C-3677-B0F2-48CD-EE00DE420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672B2D62-AA49-6E7F-6B4C-8A11F7633A2B}"/>
                  </a:ext>
                </a:extLst>
              </p:cNvPr>
              <p:cNvSpPr/>
              <p:nvPr/>
            </p:nvSpPr>
            <p:spPr>
              <a:xfrm>
                <a:off x="6492573" y="3948833"/>
                <a:ext cx="96758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3A3B2E8-25F3-5B54-034E-0C17A9897AB8}"/>
                  </a:ext>
                </a:extLst>
              </p:cNvPr>
              <p:cNvSpPr txBox="1"/>
              <p:nvPr/>
            </p:nvSpPr>
            <p:spPr>
              <a:xfrm>
                <a:off x="6534310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7C277B75-BC84-A5D4-3055-0B07D9C1B0A0}"/>
                  </a:ext>
                </a:extLst>
              </p:cNvPr>
              <p:cNvSpPr txBox="1"/>
              <p:nvPr/>
            </p:nvSpPr>
            <p:spPr>
              <a:xfrm>
                <a:off x="7014559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05CA13ED-626A-CF21-2E3B-0748E89D9839}"/>
                  </a:ext>
                </a:extLst>
              </p:cNvPr>
              <p:cNvCxnSpPr>
                <a:cxnSpLocks/>
                <a:stCxn id="78" idx="0"/>
              </p:cNvCxnSpPr>
              <p:nvPr/>
            </p:nvCxnSpPr>
            <p:spPr>
              <a:xfrm flipV="1">
                <a:off x="6736240" y="4388786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B4C3AB38-8BD2-FA54-C9CD-BC0F5A7FAA1D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216489" y="4381997"/>
                <a:ext cx="0" cy="365661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E6AF896D-ABFA-1508-D238-91373C089C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6365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5A22151-74A2-F6E4-7D5D-C76E14247BB3}"/>
                  </a:ext>
                </a:extLst>
              </p:cNvPr>
              <p:cNvSpPr txBox="1"/>
              <p:nvPr/>
            </p:nvSpPr>
            <p:spPr>
              <a:xfrm>
                <a:off x="7583295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1892D054-4D98-51A3-EB6D-F75B2C6EB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5225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DB90C549-9445-5155-2547-F366022E53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59923" y="1069660"/>
                <a:ext cx="14" cy="218858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F147C81E-E557-5C7E-EF65-7218468D5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60329EE0-F47C-5CE6-B40A-FEEA2B95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7992" y="2298700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8" name="直接箭头连接符 87">
                <a:extLst>
                  <a:ext uri="{FF2B5EF4-FFF2-40B4-BE49-F238E27FC236}">
                    <a16:creationId xmlns:a16="http://schemas.microsoft.com/office/drawing/2014/main" id="{BDAFD212-A72E-40F8-3511-F3ED221EF8A2}"/>
                  </a:ext>
                </a:extLst>
              </p:cNvPr>
              <p:cNvCxnSpPr>
                <a:cxnSpLocks/>
                <a:stCxn id="75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ED16E337-2E50-CA4A-F658-6DD810468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76" y="1500188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B1890165-C163-32D1-E093-97C250A212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1" name="直接箭头连接符 90">
                <a:extLst>
                  <a:ext uri="{FF2B5EF4-FFF2-40B4-BE49-F238E27FC236}">
                    <a16:creationId xmlns:a16="http://schemas.microsoft.com/office/drawing/2014/main" id="{72318A43-2C1D-B7DB-71E1-9E47560CE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CBDE0E0-477D-7883-8FFB-6FEF861BE339}"/>
              </a:ext>
            </a:extLst>
          </p:cNvPr>
          <p:cNvGrpSpPr/>
          <p:nvPr/>
        </p:nvGrpSpPr>
        <p:grpSpPr>
          <a:xfrm>
            <a:off x="6435506" y="981398"/>
            <a:ext cx="2356702" cy="4780573"/>
            <a:chOff x="6435506" y="981398"/>
            <a:chExt cx="2356702" cy="4780573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CFF3C296-0867-3F1C-773F-367EFC7676B1}"/>
                </a:ext>
              </a:extLst>
            </p:cNvPr>
            <p:cNvSpPr txBox="1"/>
            <p:nvPr/>
          </p:nvSpPr>
          <p:spPr>
            <a:xfrm>
              <a:off x="7555758" y="5454194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F7E4B11-9705-8F9B-0CED-0DED9AF54CEB}"/>
                </a:ext>
              </a:extLst>
            </p:cNvPr>
            <p:cNvSpPr txBox="1"/>
            <p:nvPr/>
          </p:nvSpPr>
          <p:spPr>
            <a:xfrm>
              <a:off x="6752258" y="1559374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ED4A061-26E6-10DA-733B-B7BFC3D7A1FD}"/>
                </a:ext>
              </a:extLst>
            </p:cNvPr>
            <p:cNvSpPr txBox="1"/>
            <p:nvPr/>
          </p:nvSpPr>
          <p:spPr>
            <a:xfrm>
              <a:off x="7780124" y="1559373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F5EAE3-5364-F51E-8E7E-ADBF13F00266}"/>
                    </a:ext>
                  </a:extLst>
                </p:cNvPr>
                <p:cNvSpPr txBox="1"/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0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30439B1-4248-A07E-6123-72AC3BAC0A2A}"/>
                    </a:ext>
                  </a:extLst>
                </p:cNvPr>
                <p:cNvSpPr txBox="1"/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1CCE24C7-C599-5B02-F822-765A3F398F44}"/>
                </a:ext>
              </a:extLst>
            </p:cNvPr>
            <p:cNvGrpSpPr/>
            <p:nvPr/>
          </p:nvGrpSpPr>
          <p:grpSpPr>
            <a:xfrm>
              <a:off x="6953458" y="2039831"/>
              <a:ext cx="1320800" cy="1003866"/>
              <a:chOff x="1362075" y="2827673"/>
              <a:chExt cx="1320800" cy="1098550"/>
            </a:xfrm>
          </p:grpSpPr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E3715373-6CB9-E0C5-EE04-FFA5201D02BC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0" name="矩形: 圆角 129">
                  <a:extLst>
                    <a:ext uri="{FF2B5EF4-FFF2-40B4-BE49-F238E27FC236}">
                      <a16:creationId xmlns:a16="http://schemas.microsoft.com/office/drawing/2014/main" id="{AF4905AA-4418-6F53-8AB3-58C3CBE48C7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矩形: 圆角 130">
                  <a:extLst>
                    <a:ext uri="{FF2B5EF4-FFF2-40B4-BE49-F238E27FC236}">
                      <a16:creationId xmlns:a16="http://schemas.microsoft.com/office/drawing/2014/main" id="{A0B5B93E-8E03-7CF2-210C-E75E8CCA28F4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矩形: 圆角 131">
                  <a:extLst>
                    <a:ext uri="{FF2B5EF4-FFF2-40B4-BE49-F238E27FC236}">
                      <a16:creationId xmlns:a16="http://schemas.microsoft.com/office/drawing/2014/main" id="{6C337C28-9799-D149-0571-EDCC662EF340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37B6D192-5E5D-B740-6F40-6C4297A4B657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39B5FA5-BCF0-3E20-38E6-6E219AC85FB6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ECE03C5-B0F3-093C-DBCC-EA34D83AB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9" y="1349758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CEBDD7D8-464C-6DF9-243C-C35E27D7A98A}"/>
                </a:ext>
              </a:extLst>
            </p:cNvPr>
            <p:cNvGrpSpPr/>
            <p:nvPr/>
          </p:nvGrpSpPr>
          <p:grpSpPr>
            <a:xfrm>
              <a:off x="7099926" y="1805597"/>
              <a:ext cx="1027865" cy="234234"/>
              <a:chOff x="3721481" y="1975000"/>
              <a:chExt cx="1027865" cy="234234"/>
            </a:xfrm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724E49A0-1C43-B62E-F850-451343AA3C0D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125" name="连接符: 肘形 124">
                  <a:extLst>
                    <a:ext uri="{FF2B5EF4-FFF2-40B4-BE49-F238E27FC236}">
                      <a16:creationId xmlns:a16="http://schemas.microsoft.com/office/drawing/2014/main" id="{AFDB1A20-9E44-62AD-4144-DEBACEAECA8F}"/>
                    </a:ext>
                  </a:extLst>
                </p:cNvPr>
                <p:cNvCxnSpPr>
                  <a:cxnSpLocks/>
                  <a:stCxn id="100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61875D29-DCC7-DB63-8EE7-9BBDB0C00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CF248710-C32E-9424-1556-DD9F7B6F4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82B1D51-57B3-4D45-7428-ED5606805A56}"/>
                </a:ext>
              </a:extLst>
            </p:cNvPr>
            <p:cNvSpPr/>
            <p:nvPr/>
          </p:nvSpPr>
          <p:spPr>
            <a:xfrm>
              <a:off x="6958556" y="357441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F92346B5-FC03-0A16-9825-87ACC0FD1658}"/>
                </a:ext>
              </a:extLst>
            </p:cNvPr>
            <p:cNvSpPr/>
            <p:nvPr/>
          </p:nvSpPr>
          <p:spPr>
            <a:xfrm>
              <a:off x="6953458" y="400120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824E9E01-AFEB-6705-86C3-027DBC446C95}"/>
                </a:ext>
              </a:extLst>
            </p:cNvPr>
            <p:cNvGrpSpPr/>
            <p:nvPr/>
          </p:nvGrpSpPr>
          <p:grpSpPr>
            <a:xfrm>
              <a:off x="6630994" y="4404498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839BAB4F-E324-3732-EA25-27BBC63C106A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C4C29A01-0089-B1DA-696C-2382CF3DDBC8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94D08DC0-C75A-C3ED-F081-AE3D3A6FF4C4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CAC99321-FF45-2DA2-0B67-56F15D0A55D8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3A27FE3-7AB0-99FA-CBD6-FFF13672BACA}"/>
                </a:ext>
              </a:extLst>
            </p:cNvPr>
            <p:cNvSpPr/>
            <p:nvPr/>
          </p:nvSpPr>
          <p:spPr>
            <a:xfrm>
              <a:off x="6435506" y="3275286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4A98C7FE-1606-6030-67DC-696EC62516BD}"/>
                </a:ext>
              </a:extLst>
            </p:cNvPr>
            <p:cNvCxnSpPr>
              <a:cxnSpLocks/>
              <a:stCxn id="110" idx="0"/>
              <a:endCxn id="128" idx="2"/>
            </p:cNvCxnSpPr>
            <p:nvPr/>
          </p:nvCxnSpPr>
          <p:spPr>
            <a:xfrm flipV="1">
              <a:off x="7613857" y="3043697"/>
              <a:ext cx="1" cy="2315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2F8D9103-818E-A4C0-F60F-6CC6EBE1792E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V="1">
              <a:off x="7663235" y="5071050"/>
              <a:ext cx="0" cy="3831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DCD47B9C-B17B-E150-0333-7939C3F25AD1}"/>
                </a:ext>
              </a:extLst>
            </p:cNvPr>
            <p:cNvCxnSpPr/>
            <p:nvPr/>
          </p:nvCxnSpPr>
          <p:spPr>
            <a:xfrm flipV="1">
              <a:off x="7128120" y="424224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1B7C87BF-23CC-D49F-C6A1-7FDDC999B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4224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42DB6F7-9C65-2B6C-16D6-B431B05FA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4224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0A39C430-BA8B-860A-9818-A5ACD3ED2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4224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20FE0418-F7A6-B1AC-968A-E00B5BDED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2017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30247DA6-1E28-9543-1AA3-5BDCE377DE89}"/>
                </a:ext>
              </a:extLst>
            </p:cNvPr>
            <p:cNvCxnSpPr>
              <a:cxnSpLocks/>
              <a:endCxn id="107" idx="3"/>
            </p:cNvCxnSpPr>
            <p:nvPr/>
          </p:nvCxnSpPr>
          <p:spPr>
            <a:xfrm rot="5400000" flipH="1" flipV="1">
              <a:off x="7191210" y="416932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3A20236D-4D35-4F8B-83BF-2CEE8DB40BBE}"/>
              </a:ext>
            </a:extLst>
          </p:cNvPr>
          <p:cNvCxnSpPr>
            <a:stCxn id="103" idx="3"/>
            <a:endCxn id="54" idx="1"/>
          </p:cNvCxnSpPr>
          <p:nvPr/>
        </p:nvCxnSpPr>
        <p:spPr>
          <a:xfrm>
            <a:off x="8606835" y="1181453"/>
            <a:ext cx="765876" cy="1017665"/>
          </a:xfrm>
          <a:prstGeom prst="bentConnector3">
            <a:avLst>
              <a:gd name="adj1" fmla="val 21810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/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81C8A844-55A4-42C6-EAB8-3A85F3C42661}"/>
              </a:ext>
            </a:extLst>
          </p:cNvPr>
          <p:cNvSpPr txBox="1"/>
          <p:nvPr/>
        </p:nvSpPr>
        <p:spPr>
          <a:xfrm>
            <a:off x="3751652" y="1014667"/>
            <a:ext cx="138093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Weights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02165486-3950-4CA6-4010-3C433F5AE631}"/>
              </a:ext>
            </a:extLst>
          </p:cNvPr>
          <p:cNvCxnSpPr>
            <a:cxnSpLocks/>
          </p:cNvCxnSpPr>
          <p:nvPr/>
        </p:nvCxnSpPr>
        <p:spPr>
          <a:xfrm flipH="1">
            <a:off x="7081609" y="1354330"/>
            <a:ext cx="1" cy="209616"/>
          </a:xfrm>
          <a:prstGeom prst="line">
            <a:avLst/>
          </a:prstGeom>
          <a:ln w="19050">
            <a:solidFill>
              <a:schemeClr val="tx1"/>
            </a:solidFill>
            <a:headEnd type="triangle" w="med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2" name="图片 141">
            <a:extLst>
              <a:ext uri="{FF2B5EF4-FFF2-40B4-BE49-F238E27FC236}">
                <a16:creationId xmlns:a16="http://schemas.microsoft.com/office/drawing/2014/main" id="{79653F74-2FDA-104A-12EB-2F38FB8B07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015" y="3856708"/>
            <a:ext cx="2224735" cy="18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0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F2D53FF0-0139-FE7D-E2B2-C235B2656468}"/>
              </a:ext>
            </a:extLst>
          </p:cNvPr>
          <p:cNvSpPr/>
          <p:nvPr/>
        </p:nvSpPr>
        <p:spPr>
          <a:xfrm>
            <a:off x="6257195" y="1918437"/>
            <a:ext cx="1927365" cy="500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D612850-D5F2-AD5C-90B0-7952AF8B5784}"/>
              </a:ext>
            </a:extLst>
          </p:cNvPr>
          <p:cNvSpPr/>
          <p:nvPr/>
        </p:nvSpPr>
        <p:spPr>
          <a:xfrm>
            <a:off x="6243464" y="3413143"/>
            <a:ext cx="1927365" cy="204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1DD679-0D26-DF2E-1FD4-B4F3E2BC363F}"/>
              </a:ext>
            </a:extLst>
          </p:cNvPr>
          <p:cNvGrpSpPr/>
          <p:nvPr/>
        </p:nvGrpSpPr>
        <p:grpSpPr>
          <a:xfrm>
            <a:off x="6096000" y="859799"/>
            <a:ext cx="2262229" cy="926001"/>
            <a:chOff x="1575880" y="676906"/>
            <a:chExt cx="2262229" cy="92600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055DA67-A204-0492-C711-5502B07C4627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931D5509-76A2-643D-BB81-B7F9D03C7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5EF4BFDE-C164-4D69-EE35-8556C26B6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413A472-333C-75C7-3F96-663DC59A2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4923B12-30F5-1410-90A9-F716AB913086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CAB548-9CA6-7279-4546-CA946105EBE9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9349584-B595-79DE-FE67-E8E098879191}"/>
              </a:ext>
            </a:extLst>
          </p:cNvPr>
          <p:cNvGrpSpPr/>
          <p:nvPr/>
        </p:nvGrpSpPr>
        <p:grpSpPr>
          <a:xfrm>
            <a:off x="6096000" y="2541365"/>
            <a:ext cx="2262229" cy="742595"/>
            <a:chOff x="6096000" y="2096865"/>
            <a:chExt cx="2262229" cy="742595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C2DBF35-4D31-94D3-D5BB-263A3A8CE850}"/>
                </a:ext>
              </a:extLst>
            </p:cNvPr>
            <p:cNvSpPr/>
            <p:nvPr/>
          </p:nvSpPr>
          <p:spPr>
            <a:xfrm>
              <a:off x="6096000" y="2096865"/>
              <a:ext cx="2262229" cy="742595"/>
            </a:xfrm>
            <a:prstGeom prst="roundRect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onvolved 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eature Map </a:t>
              </a:r>
            </a:p>
            <a:p>
              <a:pPr algn="ctr"/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Containing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Information</a:t>
              </a: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48F6592-9ED6-7F42-104E-323A7E805EB4}"/>
                </a:ext>
              </a:extLst>
            </p:cNvPr>
            <p:cNvGrpSpPr/>
            <p:nvPr/>
          </p:nvGrpSpPr>
          <p:grpSpPr>
            <a:xfrm>
              <a:off x="6602310" y="2371013"/>
              <a:ext cx="1209675" cy="369332"/>
              <a:chOff x="4443015" y="2106097"/>
              <a:chExt cx="1209675" cy="369332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E027D9-8C41-F417-CCC5-BF1F30A66927}"/>
                  </a:ext>
                </a:extLst>
              </p:cNvPr>
              <p:cNvSpPr/>
              <p:nvPr/>
            </p:nvSpPr>
            <p:spPr>
              <a:xfrm>
                <a:off x="4443015" y="2291885"/>
                <a:ext cx="1209675" cy="13335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32FDCD7-4B7B-4E4F-D923-3DA4ED353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60095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C99BEC87-5657-C74E-8E81-F32D34222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3663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2283A05A-B479-92CC-B2D6-78EFEBEAA2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0526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7A8FA47-8978-05F6-68F1-B0D918B273F9}"/>
                  </a:ext>
                </a:extLst>
              </p:cNvPr>
              <p:cNvSpPr txBox="1"/>
              <p:nvPr/>
            </p:nvSpPr>
            <p:spPr>
              <a:xfrm>
                <a:off x="5047853" y="2106097"/>
                <a:ext cx="330199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67CA1AF-3DB6-AFC4-6B76-4CA2A1233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39027" y="2589017"/>
              <a:ext cx="68149" cy="689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538EE2E-55D7-7C23-8829-5EA50F728E10}"/>
              </a:ext>
            </a:extLst>
          </p:cNvPr>
          <p:cNvSpPr/>
          <p:nvPr/>
        </p:nvSpPr>
        <p:spPr>
          <a:xfrm>
            <a:off x="6096007" y="3743896"/>
            <a:ext cx="2262222" cy="1640904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Feature Map</a:t>
            </a: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6EB9324-F9E6-44DD-A7DB-154757BDB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53187"/>
              </p:ext>
            </p:extLst>
          </p:nvPr>
        </p:nvGraphicFramePr>
        <p:xfrm>
          <a:off x="7273933" y="3793318"/>
          <a:ext cx="673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DSMT4">
                  <p:embed/>
                </p:oleObj>
              </mc:Choice>
              <mc:Fallback>
                <p:oleObj name="Equation" r:id="rId5" imgW="67284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73933" y="3793318"/>
                        <a:ext cx="673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578965F1-61AF-3251-0582-7AEB58C978A8}"/>
              </a:ext>
            </a:extLst>
          </p:cNvPr>
          <p:cNvGrpSpPr/>
          <p:nvPr/>
        </p:nvGrpSpPr>
        <p:grpSpPr>
          <a:xfrm>
            <a:off x="6195298" y="4085965"/>
            <a:ext cx="1823755" cy="1298835"/>
            <a:chOff x="2088767" y="4414333"/>
            <a:chExt cx="1823755" cy="1298835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261473D-3C8B-09EB-94A0-F9C83591024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208" y="5433844"/>
              <a:ext cx="1411314" cy="0"/>
            </a:xfrm>
            <a:prstGeom prst="straightConnector1">
              <a:avLst/>
            </a:prstGeom>
            <a:ln>
              <a:headEnd w="med" len="lg"/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49352F8-D666-E09A-6B07-5A0AAA61D47E}"/>
                </a:ext>
              </a:extLst>
            </p:cNvPr>
            <p:cNvCxnSpPr>
              <a:cxnSpLocks/>
            </p:cNvCxnSpPr>
            <p:nvPr/>
          </p:nvCxnSpPr>
          <p:spPr>
            <a:xfrm>
              <a:off x="2360271" y="4414333"/>
              <a:ext cx="0" cy="1016859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8EE867A-5038-EECC-EF4B-7D9849A42DB9}"/>
                </a:ext>
              </a:extLst>
            </p:cNvPr>
            <p:cNvSpPr txBox="1"/>
            <p:nvPr/>
          </p:nvSpPr>
          <p:spPr>
            <a:xfrm>
              <a:off x="2836137" y="5466947"/>
              <a:ext cx="700458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7C79E6B-00E1-75ED-176D-65007F7EE055}"/>
                </a:ext>
              </a:extLst>
            </p:cNvPr>
            <p:cNvSpPr txBox="1"/>
            <p:nvPr/>
          </p:nvSpPr>
          <p:spPr>
            <a:xfrm rot="16200000">
              <a:off x="1933237" y="4859569"/>
              <a:ext cx="557282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F6C432B-C1A3-7C29-D56A-C988DF4E1039}"/>
                </a:ext>
              </a:extLst>
            </p:cNvPr>
            <p:cNvGrpSpPr/>
            <p:nvPr/>
          </p:nvGrpSpPr>
          <p:grpSpPr>
            <a:xfrm>
              <a:off x="2460210" y="4414333"/>
              <a:ext cx="1452312" cy="951926"/>
              <a:chOff x="1893781" y="4655132"/>
              <a:chExt cx="1452312" cy="951926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2E8B839-F6F2-857C-3AC7-BA6AC69A4401}"/>
                  </a:ext>
                </a:extLst>
              </p:cNvPr>
              <p:cNvSpPr/>
              <p:nvPr/>
            </p:nvSpPr>
            <p:spPr>
              <a:xfrm>
                <a:off x="2145174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676656-FD56-A9D7-B8E8-E4067B6A3DAF}"/>
                  </a:ext>
                </a:extLst>
              </p:cNvPr>
              <p:cNvSpPr txBox="1"/>
              <p:nvPr/>
            </p:nvSpPr>
            <p:spPr>
              <a:xfrm>
                <a:off x="23084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A6109DF-25C1-89B4-B418-3CDBB200B68F}"/>
                  </a:ext>
                </a:extLst>
              </p:cNvPr>
              <p:cNvSpPr txBox="1"/>
              <p:nvPr/>
            </p:nvSpPr>
            <p:spPr>
              <a:xfrm>
                <a:off x="210185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B1AA002-E42B-4161-BA58-3A7B48562B61}"/>
                  </a:ext>
                </a:extLst>
              </p:cNvPr>
              <p:cNvSpPr txBox="1"/>
              <p:nvPr/>
            </p:nvSpPr>
            <p:spPr>
              <a:xfrm>
                <a:off x="262514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E133F63-83A4-AC79-6553-B4975BC353AA}"/>
                  </a:ext>
                </a:extLst>
              </p:cNvPr>
              <p:cNvSpPr txBox="1"/>
              <p:nvPr/>
            </p:nvSpPr>
            <p:spPr>
              <a:xfrm>
                <a:off x="3149696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972AB76-D356-14EE-C1CD-897724857E83}"/>
                  </a:ext>
                </a:extLst>
              </p:cNvPr>
              <p:cNvSpPr/>
              <p:nvPr/>
            </p:nvSpPr>
            <p:spPr>
              <a:xfrm>
                <a:off x="2666758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16D9D9C-9099-5B6A-A83C-24F2D7ED6AD1}"/>
                  </a:ext>
                </a:extLst>
              </p:cNvPr>
              <p:cNvSpPr txBox="1"/>
              <p:nvPr/>
            </p:nvSpPr>
            <p:spPr>
              <a:xfrm>
                <a:off x="28331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8B409FC-AC6F-3F58-B944-264EEFE0DF54}"/>
                  </a:ext>
                </a:extLst>
              </p:cNvPr>
              <p:cNvSpPr/>
              <p:nvPr/>
            </p:nvSpPr>
            <p:spPr>
              <a:xfrm>
                <a:off x="3194574" y="4655132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D48EEDD-E635-A757-6439-ACDE710553C2}"/>
                  </a:ext>
                </a:extLst>
              </p:cNvPr>
              <p:cNvSpPr/>
              <p:nvPr/>
            </p:nvSpPr>
            <p:spPr>
              <a:xfrm>
                <a:off x="1934779" y="466127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9D60FA8-7864-BEEB-99FF-2F87FE21A022}"/>
                  </a:ext>
                </a:extLst>
              </p:cNvPr>
              <p:cNvSpPr txBox="1"/>
              <p:nvPr/>
            </p:nvSpPr>
            <p:spPr>
              <a:xfrm>
                <a:off x="1893781" y="5360836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/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9A42B5-F46F-074E-533E-BB632478BD7E}"/>
              </a:ext>
            </a:extLst>
          </p:cNvPr>
          <p:cNvGrpSpPr/>
          <p:nvPr/>
        </p:nvGrpSpPr>
        <p:grpSpPr>
          <a:xfrm>
            <a:off x="448485" y="815996"/>
            <a:ext cx="2262229" cy="926001"/>
            <a:chOff x="1575880" y="676906"/>
            <a:chExt cx="2262229" cy="92600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DD48668-EE7A-F768-4671-9A5E4045865F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96C68531-D595-8185-88CD-D7BD901E5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A0BF964-72E6-41FC-E20F-3D86B89DB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FC7967A-7762-EB4A-A324-14E84500C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650D80D-1AB9-9D49-CA40-92004E58D161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E820D1B-E37C-1982-EC33-E0476D1BD027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F46B2B-5936-D988-AA5D-B3765A3752D4}"/>
              </a:ext>
            </a:extLst>
          </p:cNvPr>
          <p:cNvGrpSpPr/>
          <p:nvPr/>
        </p:nvGrpSpPr>
        <p:grpSpPr>
          <a:xfrm>
            <a:off x="448492" y="40518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130354A-8C2B-B6F6-0B19-310D46BBA55B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7FFEB68-4310-E6ED-A79C-9A9F5B454F79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5" name="对象 64">
                <a:extLst>
                  <a:ext uri="{FF2B5EF4-FFF2-40B4-BE49-F238E27FC236}">
                    <a16:creationId xmlns:a16="http://schemas.microsoft.com/office/drawing/2014/main" id="{58D853A8-51B2-852E-C58A-DD598F698D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7568530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660240" imgH="190440" progId="Equation.DSMT4">
                      <p:embed/>
                    </p:oleObj>
                  </mc:Choice>
                  <mc:Fallback>
                    <p:oleObj name="Equation" r:id="rId8" imgW="660240" imgH="19044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58D853A8-51B2-852E-C58A-DD598F698D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B7B6ED7-CB58-639A-A0AA-4F0062C58763}"/>
                </a:ext>
              </a:extLst>
            </p:cNvPr>
            <p:cNvGrpSpPr/>
            <p:nvPr/>
          </p:nvGrpSpPr>
          <p:grpSpPr>
            <a:xfrm>
              <a:off x="547783" y="4041792"/>
              <a:ext cx="1823755" cy="1299205"/>
              <a:chOff x="2088767" y="4413963"/>
              <a:chExt cx="1823755" cy="1299205"/>
            </a:xfrm>
          </p:grpSpPr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CD421D64-AB2B-0931-EDE7-5DCF5E4E4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A81140CD-58DB-3C02-831C-FBB69E466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F2C8FDE-2666-D246-C558-6461399AAD3E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700458" cy="246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CAB9CC5-9BFC-F326-254B-6A92C75A5626}"/>
                  </a:ext>
                </a:extLst>
              </p:cNvPr>
              <p:cNvSpPr txBox="1"/>
              <p:nvPr/>
            </p:nvSpPr>
            <p:spPr>
              <a:xfrm rot="16200000">
                <a:off x="1933237" y="4859569"/>
                <a:ext cx="557282" cy="2462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FA7D180E-0964-C430-F225-630A3C45BDDC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8303F4-C4EA-4F01-3B32-4A1FB4050883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DD5A303-0EE1-2B61-C57E-73F9B392E98D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925357E-B3E6-D73E-17E2-DB42CE008B0B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9D9F405-508E-2366-6458-E5BBE0D6392A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5CE8289-0AF8-341C-83D5-6C3282943EFE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B8C47BF6-986F-6B64-1A85-E2F8E1185C52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484E0D7-5C2F-3FA7-F866-6908FB7F96A5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AD08FD86-D7BB-EF12-4796-FFF788A6C583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2CA17C17-BA48-4B51-790C-3A01B7F74D92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1038D70-574A-DAED-80C0-ECC55D7C8C71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00B2C84-A9C0-69FB-A1F4-58612905A1D8}"/>
              </a:ext>
            </a:extLst>
          </p:cNvPr>
          <p:cNvGrpSpPr/>
          <p:nvPr/>
        </p:nvGrpSpPr>
        <p:grpSpPr>
          <a:xfrm>
            <a:off x="455628" y="2674049"/>
            <a:ext cx="2264970" cy="742595"/>
            <a:chOff x="455628" y="2451799"/>
            <a:chExt cx="2264970" cy="742595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DFDC8EF5-4B4C-BBC5-F073-D40D2E680FB3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B996CA81-275A-D9A7-3F2D-931446123FD9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ED100A54-9D65-F66C-5A7F-259484945963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D11E3FAE-8FA7-5768-6A43-B6D43B7928F1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>
                  <a:extLst>
                    <a:ext uri="{FF2B5EF4-FFF2-40B4-BE49-F238E27FC236}">
                      <a16:creationId xmlns:a16="http://schemas.microsoft.com/office/drawing/2014/main" id="{3003C8A1-FF19-2274-23EE-B776EB80B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4830637C-28A0-6944-D96F-715A38E6F1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547F3CE8-C3A2-F57C-3596-F7F6E094ED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49AC94F-AA52-4B2A-364D-E934A1C3A1D2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B4D3FC37-0010-91A3-FB28-BD25429BC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E1C2D7B-21D6-2C44-EF6F-DD294DB0FA7A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2C605E31-37DB-8A70-D5B0-6C1B4722D38A}"/>
              </a:ext>
            </a:extLst>
          </p:cNvPr>
          <p:cNvCxnSpPr>
            <a:cxnSpLocks/>
          </p:cNvCxnSpPr>
          <p:nvPr/>
        </p:nvCxnSpPr>
        <p:spPr>
          <a:xfrm>
            <a:off x="1579599" y="1741965"/>
            <a:ext cx="3954" cy="228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E03B825-B201-C99A-167B-46CEC7238997}"/>
              </a:ext>
            </a:extLst>
          </p:cNvPr>
          <p:cNvCxnSpPr>
            <a:cxnSpLocks/>
          </p:cNvCxnSpPr>
          <p:nvPr/>
        </p:nvCxnSpPr>
        <p:spPr>
          <a:xfrm>
            <a:off x="1585177" y="2456888"/>
            <a:ext cx="0" cy="216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AFA9F70-A22D-B668-3FDF-4FB7CC8FC92E}"/>
              </a:ext>
            </a:extLst>
          </p:cNvPr>
          <p:cNvCxnSpPr>
            <a:cxnSpLocks/>
          </p:cNvCxnSpPr>
          <p:nvPr/>
        </p:nvCxnSpPr>
        <p:spPr>
          <a:xfrm>
            <a:off x="1586407" y="3856346"/>
            <a:ext cx="0" cy="18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DD563452-4D5B-CB83-1F9D-E9FD7AD22CA9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1583981" y="3416644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9D4EC9B-3C9A-93CD-3754-431B361909F1}"/>
              </a:ext>
            </a:extLst>
          </p:cNvPr>
          <p:cNvSpPr/>
          <p:nvPr/>
        </p:nvSpPr>
        <p:spPr>
          <a:xfrm>
            <a:off x="653779" y="36465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57CC1BCB-B356-BF35-8245-803F5A6711FC}"/>
              </a:ext>
            </a:extLst>
          </p:cNvPr>
          <p:cNvSpPr/>
          <p:nvPr/>
        </p:nvSpPr>
        <p:spPr>
          <a:xfrm>
            <a:off x="609679" y="1967834"/>
            <a:ext cx="1927365" cy="500469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 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8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64E91A6-08E6-D9C4-EBD9-126D0CBD58CE}"/>
              </a:ext>
            </a:extLst>
          </p:cNvPr>
          <p:cNvSpPr/>
          <p:nvPr/>
        </p:nvSpPr>
        <p:spPr>
          <a:xfrm>
            <a:off x="3095268" y="3290469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1660295-7FD1-3D52-7097-E7FDFA780094}"/>
              </a:ext>
            </a:extLst>
          </p:cNvPr>
          <p:cNvSpPr/>
          <p:nvPr/>
        </p:nvSpPr>
        <p:spPr>
          <a:xfrm>
            <a:off x="3525445" y="1705194"/>
            <a:ext cx="150799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 Stochastic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Representation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FA7772D-68DC-467F-4724-1E770F4DF904}"/>
              </a:ext>
            </a:extLst>
          </p:cNvPr>
          <p:cNvSpPr/>
          <p:nvPr/>
        </p:nvSpPr>
        <p:spPr>
          <a:xfrm>
            <a:off x="3577939" y="2491549"/>
            <a:ext cx="1406956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Distance-Sensitive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Re-embedding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B15CB6A-2268-9CFA-C352-51485005D036}"/>
              </a:ext>
            </a:extLst>
          </p:cNvPr>
          <p:cNvSpPr/>
          <p:nvPr/>
        </p:nvSpPr>
        <p:spPr>
          <a:xfrm>
            <a:off x="4178254" y="1136118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0F8F1B5-470E-47F8-7888-5384F7EF484A}"/>
              </a:ext>
            </a:extLst>
          </p:cNvPr>
          <p:cNvSpPr txBox="1"/>
          <p:nvPr/>
        </p:nvSpPr>
        <p:spPr>
          <a:xfrm>
            <a:off x="4629298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4D19832-1F21-98C1-1F8D-3A430C9729E6}"/>
              </a:ext>
            </a:extLst>
          </p:cNvPr>
          <p:cNvSpPr txBox="1"/>
          <p:nvPr/>
        </p:nvSpPr>
        <p:spPr>
          <a:xfrm>
            <a:off x="5145764" y="4600021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556A9F-5308-D8BD-C4ED-FA9E21D84868}"/>
              </a:ext>
            </a:extLst>
          </p:cNvPr>
          <p:cNvGrpSpPr>
            <a:grpSpLocks noChangeAspect="1"/>
          </p:cNvGrpSpPr>
          <p:nvPr/>
        </p:nvGrpSpPr>
        <p:grpSpPr>
          <a:xfrm>
            <a:off x="4711522" y="3279931"/>
            <a:ext cx="241130" cy="241130"/>
            <a:chOff x="4801552" y="2902268"/>
            <a:chExt cx="365760" cy="365760"/>
          </a:xfrm>
        </p:grpSpPr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D3BF8AC4-8BB9-403D-36A0-373198F5C8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1552" y="2902268"/>
              <a:ext cx="365760" cy="36576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连接符: 曲线 52">
              <a:extLst>
                <a:ext uri="{FF2B5EF4-FFF2-40B4-BE49-F238E27FC236}">
                  <a16:creationId xmlns:a16="http://schemas.microsoft.com/office/drawing/2014/main" id="{FD3DC1F1-4FFD-EFDF-5034-A7F370FFA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0680" y="2997058"/>
              <a:ext cx="177028" cy="177005"/>
            </a:xfrm>
            <a:prstGeom prst="curvedConnector3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1295239-1366-C1C1-B08F-D14F23CEDE0C}"/>
              </a:ext>
            </a:extLst>
          </p:cNvPr>
          <p:cNvSpPr/>
          <p:nvPr/>
        </p:nvSpPr>
        <p:spPr>
          <a:xfrm>
            <a:off x="2854023" y="3796433"/>
            <a:ext cx="96758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D1707E-E037-0F9D-C635-4CF600A73111}"/>
              </a:ext>
            </a:extLst>
          </p:cNvPr>
          <p:cNvSpPr txBox="1"/>
          <p:nvPr/>
        </p:nvSpPr>
        <p:spPr>
          <a:xfrm>
            <a:off x="2895760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22AF9C-05F9-8955-E74C-1F20BEED99BF}"/>
              </a:ext>
            </a:extLst>
          </p:cNvPr>
          <p:cNvSpPr txBox="1"/>
          <p:nvPr/>
        </p:nvSpPr>
        <p:spPr>
          <a:xfrm>
            <a:off x="3376009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0012DF7-D5CB-A134-786D-6CB8FACB9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097690" y="4236386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2FA696C-3D0A-01F9-3879-FEA4D3BD91BE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3577939" y="4229597"/>
            <a:ext cx="0" cy="365661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0740D13-5C86-00F5-A8A8-66E28061A044}"/>
              </a:ext>
            </a:extLst>
          </p:cNvPr>
          <p:cNvCxnSpPr>
            <a:cxnSpLocks/>
          </p:cNvCxnSpPr>
          <p:nvPr/>
        </p:nvCxnSpPr>
        <p:spPr>
          <a:xfrm flipV="1">
            <a:off x="3337815" y="3515154"/>
            <a:ext cx="0" cy="281279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27E7152-625E-BD5D-3228-0466BB01399A}"/>
              </a:ext>
            </a:extLst>
          </p:cNvPr>
          <p:cNvSpPr txBox="1"/>
          <p:nvPr/>
        </p:nvSpPr>
        <p:spPr>
          <a:xfrm>
            <a:off x="3944745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C7D59FC-14FD-9589-9B04-A4EA1B6726D8}"/>
              </a:ext>
            </a:extLst>
          </p:cNvPr>
          <p:cNvCxnSpPr>
            <a:cxnSpLocks/>
          </p:cNvCxnSpPr>
          <p:nvPr/>
        </p:nvCxnSpPr>
        <p:spPr>
          <a:xfrm flipV="1">
            <a:off x="4146675" y="3515154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B3BDC0C-CAC9-F908-8218-AA25B5EEB816}"/>
              </a:ext>
            </a:extLst>
          </p:cNvPr>
          <p:cNvCxnSpPr>
            <a:cxnSpLocks/>
          </p:cNvCxnSpPr>
          <p:nvPr/>
        </p:nvCxnSpPr>
        <p:spPr>
          <a:xfrm flipH="1" flipV="1">
            <a:off x="4821373" y="812800"/>
            <a:ext cx="14" cy="323318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C86C3D6-7BD2-FABC-469B-1D9FB86A8162}"/>
              </a:ext>
            </a:extLst>
          </p:cNvPr>
          <p:cNvCxnSpPr>
            <a:cxnSpLocks/>
          </p:cNvCxnSpPr>
          <p:nvPr/>
        </p:nvCxnSpPr>
        <p:spPr>
          <a:xfrm flipV="1">
            <a:off x="3760242" y="2927551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333782C-A00D-5B6B-9E7F-3E1A7D12B10B}"/>
              </a:ext>
            </a:extLst>
          </p:cNvPr>
          <p:cNvCxnSpPr>
            <a:cxnSpLocks/>
          </p:cNvCxnSpPr>
          <p:nvPr/>
        </p:nvCxnSpPr>
        <p:spPr>
          <a:xfrm flipV="1">
            <a:off x="4279442" y="2146300"/>
            <a:ext cx="0" cy="33772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7CFBD19-BADE-3782-AD12-B5532774AE7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5347694" y="1352551"/>
            <a:ext cx="0" cy="3247470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AE91DFD-66E0-FB50-F70F-528E6FA98FA1}"/>
              </a:ext>
            </a:extLst>
          </p:cNvPr>
          <p:cNvCxnSpPr>
            <a:cxnSpLocks/>
          </p:cNvCxnSpPr>
          <p:nvPr/>
        </p:nvCxnSpPr>
        <p:spPr>
          <a:xfrm flipV="1">
            <a:off x="4273426" y="1347788"/>
            <a:ext cx="6016" cy="35740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5B3E69-B177-5513-6F92-B307D68D7C12}"/>
              </a:ext>
            </a:extLst>
          </p:cNvPr>
          <p:cNvCxnSpPr>
            <a:cxnSpLocks/>
          </p:cNvCxnSpPr>
          <p:nvPr/>
        </p:nvCxnSpPr>
        <p:spPr>
          <a:xfrm flipV="1">
            <a:off x="4832087" y="3521061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233F1C-EA7C-2054-2BBC-18D4AEC9692D}"/>
              </a:ext>
            </a:extLst>
          </p:cNvPr>
          <p:cNvCxnSpPr>
            <a:cxnSpLocks/>
          </p:cNvCxnSpPr>
          <p:nvPr/>
        </p:nvCxnSpPr>
        <p:spPr>
          <a:xfrm flipV="1">
            <a:off x="4830900" y="2921059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51674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>
            <a:extLst>
              <a:ext uri="{FF2B5EF4-FFF2-40B4-BE49-F238E27FC236}">
                <a16:creationId xmlns:a16="http://schemas.microsoft.com/office/drawing/2014/main" id="{520F887A-66B9-A14C-EF59-2C15546704DE}"/>
              </a:ext>
            </a:extLst>
          </p:cNvPr>
          <p:cNvSpPr txBox="1"/>
          <p:nvPr/>
        </p:nvSpPr>
        <p:spPr>
          <a:xfrm>
            <a:off x="4177313" y="5623597"/>
            <a:ext cx="214954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90FDA6-92F7-DC98-EB6E-5CF77C842C4F}"/>
              </a:ext>
            </a:extLst>
          </p:cNvPr>
          <p:cNvSpPr txBox="1"/>
          <p:nvPr/>
        </p:nvSpPr>
        <p:spPr>
          <a:xfrm>
            <a:off x="3373813" y="1728777"/>
            <a:ext cx="695335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378CEF-65CE-7679-D79D-0F58CBED5D8A}"/>
              </a:ext>
            </a:extLst>
          </p:cNvPr>
          <p:cNvSpPr txBox="1"/>
          <p:nvPr/>
        </p:nvSpPr>
        <p:spPr>
          <a:xfrm>
            <a:off x="4401679" y="1728776"/>
            <a:ext cx="695336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/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Point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Estimation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/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Posterior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7AD084-F0A0-71B5-E1DF-997DD8F4A089}"/>
              </a:ext>
            </a:extLst>
          </p:cNvPr>
          <p:cNvSpPr/>
          <p:nvPr/>
        </p:nvSpPr>
        <p:spPr>
          <a:xfrm>
            <a:off x="6096000" y="5923071"/>
            <a:ext cx="2520441" cy="5932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03FCAD9-0E19-4464-23C9-C1AF5340E4EF}"/>
              </a:ext>
            </a:extLst>
          </p:cNvPr>
          <p:cNvGrpSpPr/>
          <p:nvPr/>
        </p:nvGrpSpPr>
        <p:grpSpPr>
          <a:xfrm>
            <a:off x="3575013" y="2209234"/>
            <a:ext cx="1320800" cy="1003866"/>
            <a:chOff x="1362075" y="2827673"/>
            <a:chExt cx="1320800" cy="109855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7E17EA6-4B55-00A2-81D3-B558F7129D1F}"/>
                </a:ext>
              </a:extLst>
            </p:cNvPr>
            <p:cNvGrpSpPr/>
            <p:nvPr/>
          </p:nvGrpSpPr>
          <p:grpSpPr>
            <a:xfrm>
              <a:off x="1420486" y="3248841"/>
              <a:ext cx="1203977" cy="567554"/>
              <a:chOff x="1349743" y="2463800"/>
              <a:chExt cx="1203977" cy="567554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9008270E-FFAE-1796-D1B7-F20FFA870AB7}"/>
                  </a:ext>
                </a:extLst>
              </p:cNvPr>
              <p:cNvSpPr/>
              <p:nvPr/>
            </p:nvSpPr>
            <p:spPr>
              <a:xfrm>
                <a:off x="1349743" y="2873118"/>
                <a:ext cx="1203977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A48315F3-8D18-991E-846C-C351B904D480}"/>
                  </a:ext>
                </a:extLst>
              </p:cNvPr>
              <p:cNvSpPr/>
              <p:nvPr/>
            </p:nvSpPr>
            <p:spPr>
              <a:xfrm>
                <a:off x="1456786" y="2667000"/>
                <a:ext cx="989893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ABE88456-8F70-8B9E-EDFF-8BBBB9E42407}"/>
                  </a:ext>
                </a:extLst>
              </p:cNvPr>
              <p:cNvSpPr/>
              <p:nvPr/>
            </p:nvSpPr>
            <p:spPr>
              <a:xfrm>
                <a:off x="1560591" y="2463800"/>
                <a:ext cx="782285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703160-A8F0-BF0E-DCC3-6D8EE7C6E21B}"/>
                </a:ext>
              </a:extLst>
            </p:cNvPr>
            <p:cNvSpPr/>
            <p:nvPr/>
          </p:nvSpPr>
          <p:spPr>
            <a:xfrm>
              <a:off x="1362075" y="2827673"/>
              <a:ext cx="1320800" cy="10985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83DE32E-48EA-FA59-C5A6-19F5155EBBB5}"/>
                </a:ext>
              </a:extLst>
            </p:cNvPr>
            <p:cNvSpPr txBox="1"/>
            <p:nvPr/>
          </p:nvSpPr>
          <p:spPr>
            <a:xfrm>
              <a:off x="1501774" y="2881511"/>
              <a:ext cx="1041400" cy="269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SOH Regressor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32D3E7-B846-D094-0312-81ED6437BD5E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3721481" y="1550911"/>
            <a:ext cx="1" cy="17786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44B18FC-E4D7-0292-AC76-84FA34207494}"/>
              </a:ext>
            </a:extLst>
          </p:cNvPr>
          <p:cNvCxnSpPr>
            <a:cxnSpLocks/>
          </p:cNvCxnSpPr>
          <p:nvPr/>
        </p:nvCxnSpPr>
        <p:spPr>
          <a:xfrm flipH="1">
            <a:off x="4749344" y="1519161"/>
            <a:ext cx="1" cy="20961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E21A0F-8F41-5236-55A5-D8168FCD7373}"/>
              </a:ext>
            </a:extLst>
          </p:cNvPr>
          <p:cNvGrpSpPr/>
          <p:nvPr/>
        </p:nvGrpSpPr>
        <p:grpSpPr>
          <a:xfrm>
            <a:off x="3721481" y="1975000"/>
            <a:ext cx="1027865" cy="234234"/>
            <a:chOff x="3721481" y="1975000"/>
            <a:chExt cx="1027865" cy="23423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CA48284-12BB-E345-340A-E86830DB24E1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127075"/>
              <a:chOff x="3721481" y="1974995"/>
              <a:chExt cx="1027865" cy="153893"/>
            </a:xfrm>
          </p:grpSpPr>
          <p:cxnSp>
            <p:nvCxnSpPr>
              <p:cNvPr id="17" name="连接符: 肘形 16">
                <a:extLst>
                  <a:ext uri="{FF2B5EF4-FFF2-40B4-BE49-F238E27FC236}">
                    <a16:creationId xmlns:a16="http://schemas.microsoft.com/office/drawing/2014/main" id="{DEDA5783-B3B7-5D70-522B-89270AA50D21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rot="16200000" flipH="1">
                <a:off x="4158468" y="1538008"/>
                <a:ext cx="153891" cy="102786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B126155-44E9-C193-C003-C85D89B85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9344" y="1974997"/>
                <a:ext cx="0" cy="1538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1BFB5C1-C3ED-2C3F-39C5-FAAD22011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0511" y="2099254"/>
              <a:ext cx="1" cy="1099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F75910F-D458-11C4-BCF2-462EDA6F36DE}"/>
              </a:ext>
            </a:extLst>
          </p:cNvPr>
          <p:cNvSpPr/>
          <p:nvPr/>
        </p:nvSpPr>
        <p:spPr>
          <a:xfrm>
            <a:off x="3580111" y="3743821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260ADD7E-4504-3205-5D92-8F55876666DC}"/>
              </a:ext>
            </a:extLst>
          </p:cNvPr>
          <p:cNvSpPr/>
          <p:nvPr/>
        </p:nvSpPr>
        <p:spPr>
          <a:xfrm>
            <a:off x="3575013" y="4170609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Project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F743620-526B-141D-C157-72AC45FAD368}"/>
              </a:ext>
            </a:extLst>
          </p:cNvPr>
          <p:cNvGrpSpPr/>
          <p:nvPr/>
        </p:nvGrpSpPr>
        <p:grpSpPr>
          <a:xfrm>
            <a:off x="3252549" y="4573901"/>
            <a:ext cx="1932105" cy="672335"/>
            <a:chOff x="6405445" y="4509265"/>
            <a:chExt cx="2224342" cy="842178"/>
          </a:xfrm>
          <a:solidFill>
            <a:schemeClr val="bg1"/>
          </a:solidFill>
        </p:grpSpPr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1DC258A0-9BF3-D16C-B1AC-76F975CAC645}"/>
                </a:ext>
              </a:extLst>
            </p:cNvPr>
            <p:cNvSpPr/>
            <p:nvPr/>
          </p:nvSpPr>
          <p:spPr>
            <a:xfrm>
              <a:off x="6405445" y="45092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7F7962EE-CC3A-55BF-1D12-BB95C99035C2}"/>
                </a:ext>
              </a:extLst>
            </p:cNvPr>
            <p:cNvSpPr/>
            <p:nvPr/>
          </p:nvSpPr>
          <p:spPr>
            <a:xfrm>
              <a:off x="6557845" y="46616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EE2DA9E-8780-FB9E-113E-A489E706EE20}"/>
                </a:ext>
              </a:extLst>
            </p:cNvPr>
            <p:cNvSpPr/>
            <p:nvPr/>
          </p:nvSpPr>
          <p:spPr>
            <a:xfrm>
              <a:off x="6710245" y="48140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003DA05-3CCC-8234-D3C3-E655B0CEE008}"/>
                </a:ext>
              </a:extLst>
            </p:cNvPr>
            <p:cNvSpPr/>
            <p:nvPr/>
          </p:nvSpPr>
          <p:spPr>
            <a:xfrm>
              <a:off x="6862645" y="49664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Stochastic Self-Attention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406F6408-09B0-9528-C47F-2964FA63575C}"/>
              </a:ext>
            </a:extLst>
          </p:cNvPr>
          <p:cNvSpPr/>
          <p:nvPr/>
        </p:nvSpPr>
        <p:spPr>
          <a:xfrm>
            <a:off x="3057061" y="3444689"/>
            <a:ext cx="2356702" cy="209251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HSSTT Block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C73AB08-5A39-5208-EF88-C47B90F6ECE7}"/>
              </a:ext>
            </a:extLst>
          </p:cNvPr>
          <p:cNvCxnSpPr>
            <a:cxnSpLocks/>
            <a:stCxn id="39" idx="0"/>
            <a:endCxn id="8" idx="2"/>
          </p:cNvCxnSpPr>
          <p:nvPr/>
        </p:nvCxnSpPr>
        <p:spPr>
          <a:xfrm flipV="1">
            <a:off x="4235412" y="3213100"/>
            <a:ext cx="1" cy="231589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D62552-2A9D-B898-D600-609E2601FF12}"/>
              </a:ext>
            </a:extLst>
          </p:cNvPr>
          <p:cNvCxnSpPr>
            <a:cxnSpLocks/>
          </p:cNvCxnSpPr>
          <p:nvPr/>
        </p:nvCxnSpPr>
        <p:spPr>
          <a:xfrm flipV="1">
            <a:off x="4284790" y="5240453"/>
            <a:ext cx="0" cy="377254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A80A1B3-F580-47E5-88F2-F21F25E9C2D7}"/>
              </a:ext>
            </a:extLst>
          </p:cNvPr>
          <p:cNvCxnSpPr/>
          <p:nvPr/>
        </p:nvCxnSpPr>
        <p:spPr>
          <a:xfrm flipV="1">
            <a:off x="3749675" y="4411649"/>
            <a:ext cx="0" cy="16225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3D6DAC1-1374-F97F-95DB-073473F90310}"/>
              </a:ext>
            </a:extLst>
          </p:cNvPr>
          <p:cNvCxnSpPr>
            <a:cxnSpLocks/>
          </p:cNvCxnSpPr>
          <p:nvPr/>
        </p:nvCxnSpPr>
        <p:spPr>
          <a:xfrm flipV="1">
            <a:off x="3956048" y="4411649"/>
            <a:ext cx="0" cy="2839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E4217E4-4D8C-05E2-75B5-905A3B52136F}"/>
              </a:ext>
            </a:extLst>
          </p:cNvPr>
          <p:cNvCxnSpPr>
            <a:cxnSpLocks/>
          </p:cNvCxnSpPr>
          <p:nvPr/>
        </p:nvCxnSpPr>
        <p:spPr>
          <a:xfrm flipV="1">
            <a:off x="4160040" y="4411649"/>
            <a:ext cx="0" cy="400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D3D949C-9E7F-D5FD-76DD-38AA856A2920}"/>
              </a:ext>
            </a:extLst>
          </p:cNvPr>
          <p:cNvCxnSpPr>
            <a:cxnSpLocks/>
          </p:cNvCxnSpPr>
          <p:nvPr/>
        </p:nvCxnSpPr>
        <p:spPr>
          <a:xfrm flipV="1">
            <a:off x="4365114" y="4411649"/>
            <a:ext cx="0" cy="5272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4D31E9A-DBDC-DBF0-D02D-B89120F9826C}"/>
              </a:ext>
            </a:extLst>
          </p:cNvPr>
          <p:cNvCxnSpPr>
            <a:cxnSpLocks/>
          </p:cNvCxnSpPr>
          <p:nvPr/>
        </p:nvCxnSpPr>
        <p:spPr>
          <a:xfrm flipV="1">
            <a:off x="4257460" y="3989576"/>
            <a:ext cx="0" cy="18103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F91B6004-7D31-BF96-9378-3DCB76DED97D}"/>
              </a:ext>
            </a:extLst>
          </p:cNvPr>
          <p:cNvCxnSpPr>
            <a:cxnSpLocks/>
            <a:endCxn id="100" idx="3"/>
          </p:cNvCxnSpPr>
          <p:nvPr/>
        </p:nvCxnSpPr>
        <p:spPr>
          <a:xfrm rot="5400000" flipH="1" flipV="1">
            <a:off x="3812765" y="4338724"/>
            <a:ext cx="1560170" cy="616121"/>
          </a:xfrm>
          <a:prstGeom prst="bentConnector4">
            <a:avLst>
              <a:gd name="adj1" fmla="val -1711"/>
              <a:gd name="adj2" fmla="val 161838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9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/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Isotonic Regressor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endPara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326E35-6A05-5245-D84F-4979963C6E94}"/>
              </a:ext>
            </a:extLst>
          </p:cNvPr>
          <p:cNvSpPr/>
          <p:nvPr/>
        </p:nvSpPr>
        <p:spPr>
          <a:xfrm>
            <a:off x="9025809" y="346378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7414C7-6917-D42A-0C91-570C71910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732" y="3869109"/>
            <a:ext cx="2224735" cy="18301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5DC657-442A-E60A-A53A-EDC1F93C6655}"/>
              </a:ext>
            </a:extLst>
          </p:cNvPr>
          <p:cNvGrpSpPr/>
          <p:nvPr/>
        </p:nvGrpSpPr>
        <p:grpSpPr>
          <a:xfrm>
            <a:off x="8976289" y="109696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E5563F4-8AD4-E3F8-379F-80BC3F51FBAE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1484FE2-63A7-BC72-13AD-65EBFE198464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25895B-3466-1480-FEA3-C35C05D43715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F1B7A7A-78FE-432C-412F-A71469AC9411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C372A4A-4FEC-2AFB-6D2F-29E589B103E4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EE5BB874-F4EC-6A23-4E82-021A9356A27B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E9FA764-1EFC-F24B-10C2-729C4FA5B3DB}"/>
                  </a:ext>
                </a:extLst>
              </p:cNvPr>
              <p:cNvCxnSpPr>
                <a:cxnSpLocks/>
                <a:stCxn id="9" idx="0"/>
                <a:endCxn id="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51A451B1-2411-B97C-FA20-E40E153DBD4F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6738BAFC-7E5A-EB5F-A12C-6EAF6B7A3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02872C7-9A57-FC0C-21FC-F9EFD9FA84D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10389098" y="24285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52CBC17-60F3-69BB-8695-8C223D3752FD}"/>
              </a:ext>
            </a:extLst>
          </p:cNvPr>
          <p:cNvCxnSpPr/>
          <p:nvPr/>
        </p:nvCxnSpPr>
        <p:spPr>
          <a:xfrm flipH="1">
            <a:off x="10389097" y="31397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02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8E62127A-9F3C-B639-1CB0-EF5C9ADCD234}"/>
              </a:ext>
            </a:extLst>
          </p:cNvPr>
          <p:cNvSpPr/>
          <p:nvPr/>
        </p:nvSpPr>
        <p:spPr>
          <a:xfrm>
            <a:off x="1999710" y="1028700"/>
            <a:ext cx="3035813" cy="4502151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9061D68-A432-A480-46BD-EAFDA3074B55}"/>
              </a:ext>
            </a:extLst>
          </p:cNvPr>
          <p:cNvGrpSpPr/>
          <p:nvPr/>
        </p:nvGrpSpPr>
        <p:grpSpPr>
          <a:xfrm>
            <a:off x="2169815" y="1242772"/>
            <a:ext cx="2695601" cy="4156553"/>
            <a:chOff x="6492573" y="965200"/>
            <a:chExt cx="2695601" cy="415655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E4C5DA2-0968-8BF7-0AC6-6683BCD48161}"/>
                </a:ext>
              </a:extLst>
            </p:cNvPr>
            <p:cNvSpPr/>
            <p:nvPr/>
          </p:nvSpPr>
          <p:spPr>
            <a:xfrm>
              <a:off x="6733818" y="3442869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5B67450-E4FE-01A4-D082-E26D9029C00D}"/>
                </a:ext>
              </a:extLst>
            </p:cNvPr>
            <p:cNvSpPr/>
            <p:nvPr/>
          </p:nvSpPr>
          <p:spPr>
            <a:xfrm>
              <a:off x="7163995" y="1857594"/>
              <a:ext cx="150799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 Stochastic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Representation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399361C-5877-74A1-E7CB-4F8084947BEE}"/>
                </a:ext>
              </a:extLst>
            </p:cNvPr>
            <p:cNvSpPr/>
            <p:nvPr/>
          </p:nvSpPr>
          <p:spPr>
            <a:xfrm>
              <a:off x="7216489" y="2643949"/>
              <a:ext cx="1406956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Distance-Sensitive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Re-embedding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C1BF456-0709-3689-AF80-97EAD27BADAF}"/>
                </a:ext>
              </a:extLst>
            </p:cNvPr>
            <p:cNvSpPr/>
            <p:nvPr/>
          </p:nvSpPr>
          <p:spPr>
            <a:xfrm>
              <a:off x="7816804" y="1288518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A809B88-2E23-DC62-5A48-88D0561ADDEE}"/>
                </a:ext>
              </a:extLst>
            </p:cNvPr>
            <p:cNvSpPr txBox="1"/>
            <p:nvPr/>
          </p:nvSpPr>
          <p:spPr>
            <a:xfrm>
              <a:off x="8267848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7B5D9F8-6C87-B22E-5EA6-DFA0C413307D}"/>
                </a:ext>
              </a:extLst>
            </p:cNvPr>
            <p:cNvSpPr txBox="1"/>
            <p:nvPr/>
          </p:nvSpPr>
          <p:spPr>
            <a:xfrm>
              <a:off x="8784314" y="4752421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5473847-B6A7-6D2E-058F-F4B8118D9B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0072" y="3432331"/>
              <a:ext cx="241130" cy="241130"/>
              <a:chOff x="4801552" y="2902268"/>
              <a:chExt cx="365760" cy="365760"/>
            </a:xfrm>
          </p:grpSpPr>
          <p:sp>
            <p:nvSpPr>
              <p:cNvPr id="33" name="流程图: 接点 32">
                <a:extLst>
                  <a:ext uri="{FF2B5EF4-FFF2-40B4-BE49-F238E27FC236}">
                    <a16:creationId xmlns:a16="http://schemas.microsoft.com/office/drawing/2014/main" id="{C3B81184-0CCC-8E95-B4DB-25B1FE4CD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01552" y="2902268"/>
                <a:ext cx="365760" cy="36576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连接符: 曲线 33">
                <a:extLst>
                  <a:ext uri="{FF2B5EF4-FFF2-40B4-BE49-F238E27FC236}">
                    <a16:creationId xmlns:a16="http://schemas.microsoft.com/office/drawing/2014/main" id="{A96635B4-FA32-2C48-D53B-DE181126BB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0680" y="2997058"/>
                <a:ext cx="177028" cy="177005"/>
              </a:xfrm>
              <a:prstGeom prst="curvedConnector3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849C904-2BB9-1B6C-BE38-4BE58B00AB98}"/>
                </a:ext>
              </a:extLst>
            </p:cNvPr>
            <p:cNvSpPr/>
            <p:nvPr/>
          </p:nvSpPr>
          <p:spPr>
            <a:xfrm>
              <a:off x="6492573" y="3948833"/>
              <a:ext cx="96758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D814C65-B360-F1F9-74C7-79AD6467EB20}"/>
                </a:ext>
              </a:extLst>
            </p:cNvPr>
            <p:cNvSpPr txBox="1"/>
            <p:nvPr/>
          </p:nvSpPr>
          <p:spPr>
            <a:xfrm>
              <a:off x="6534310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D766C38-6334-856B-F151-29698125E4F2}"/>
                </a:ext>
              </a:extLst>
            </p:cNvPr>
            <p:cNvSpPr txBox="1"/>
            <p:nvPr/>
          </p:nvSpPr>
          <p:spPr>
            <a:xfrm>
              <a:off x="7014559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8ED6150-9438-1407-29C3-5FA7AEE74372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6736240" y="4388786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BFEC18A-7367-18B4-5649-D2F04FDA57B4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216489" y="4381997"/>
              <a:ext cx="0" cy="365661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2C51CDB-E471-FD79-E77B-0E8ADA2AB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6365" y="3667554"/>
              <a:ext cx="0" cy="281279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868A204-5E80-E611-9A0B-21905D8BCF1E}"/>
                </a:ext>
              </a:extLst>
            </p:cNvPr>
            <p:cNvSpPr txBox="1"/>
            <p:nvPr/>
          </p:nvSpPr>
          <p:spPr>
            <a:xfrm>
              <a:off x="7583295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A30AF4D-D64C-F4E4-9DA2-C88EFA96D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5225" y="3667554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DC68E67-2394-FE3F-D7EE-24A7ECDE9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9923" y="965200"/>
              <a:ext cx="14" cy="323318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C74EA0F-3A81-AF2C-D71D-32023583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8792" y="3079951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B750CD34-A59B-EE9D-3C58-27BB6EF6F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7992" y="2298700"/>
              <a:ext cx="0" cy="33772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0C3D549A-4643-86E2-B59C-0B2CF7CFBEB4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8986244" y="1504951"/>
              <a:ext cx="0" cy="3247470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45F03F5-18F8-F29E-39C4-17ECB951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1976" y="1500188"/>
              <a:ext cx="6016" cy="35740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2D3D49-847C-1FAE-F224-F42772CDD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0637" y="3673461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17FF6AE-85D0-9EB7-0106-E7B9F99FF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9450" y="3073459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20862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835BC0C3-8CEF-3F23-57A3-64F38C1027E9}"/>
              </a:ext>
            </a:extLst>
          </p:cNvPr>
          <p:cNvGrpSpPr/>
          <p:nvPr/>
        </p:nvGrpSpPr>
        <p:grpSpPr>
          <a:xfrm>
            <a:off x="3057061" y="1150801"/>
            <a:ext cx="2356702" cy="4780573"/>
            <a:chOff x="3057061" y="1150801"/>
            <a:chExt cx="2356702" cy="4780573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8986CF9-6861-B626-6FFE-784F3588E1AF}"/>
                </a:ext>
              </a:extLst>
            </p:cNvPr>
            <p:cNvSpPr txBox="1"/>
            <p:nvPr/>
          </p:nvSpPr>
          <p:spPr>
            <a:xfrm>
              <a:off x="4177313" y="5623597"/>
              <a:ext cx="214954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9395B98-A11B-62DB-BED8-7ED3BA18D8AF}"/>
                </a:ext>
              </a:extLst>
            </p:cNvPr>
            <p:cNvSpPr txBox="1"/>
            <p:nvPr/>
          </p:nvSpPr>
          <p:spPr>
            <a:xfrm>
              <a:off x="3373813" y="1728777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9FED1CF-E40F-F1B4-EF0C-298EE19EC4D1}"/>
                </a:ext>
              </a:extLst>
            </p:cNvPr>
            <p:cNvSpPr txBox="1"/>
            <p:nvPr/>
          </p:nvSpPr>
          <p:spPr>
            <a:xfrm>
              <a:off x="4401679" y="1728776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/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/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46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BF36BB-A986-CBF6-3244-8CDD26AF27C5}"/>
                </a:ext>
              </a:extLst>
            </p:cNvPr>
            <p:cNvGrpSpPr/>
            <p:nvPr/>
          </p:nvGrpSpPr>
          <p:grpSpPr>
            <a:xfrm>
              <a:off x="3575013" y="2209234"/>
              <a:ext cx="1320800" cy="1003866"/>
              <a:chOff x="1362075" y="2827673"/>
              <a:chExt cx="1320800" cy="109855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8279B7B-2429-88B1-65B5-315496E239DA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E1505F6C-ED74-9B90-CEEC-2D7376526E9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3F21E8A3-13CC-71C7-FCB0-000EE25977EA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63D73D4F-4CFF-146C-6C8E-F60DE97F3E5A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DA94D2-F518-84C8-C20F-E9AB52F59CB0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AF2AC63-B16F-324F-9C2F-196F645CDC4A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BEB79DB-FD29-2F3D-5A25-E3F6C6EBC1BB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 flipH="1">
              <a:off x="3721481" y="1550911"/>
              <a:ext cx="1" cy="17786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6AB0E46-DA7A-D7F8-F4AF-7843B76E7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9344" y="1519161"/>
              <a:ext cx="1" cy="20961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B7C92FD-9CCB-883A-E7A6-0C690B7B5BBD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234234"/>
              <a:chOff x="3721481" y="1975000"/>
              <a:chExt cx="1027865" cy="234234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20CDAFC5-B71C-2360-6A9E-E070635C62F2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2C733D7C-FAC1-E489-FEA9-7852D6FBFF6F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D673C7C2-91C8-9E83-79E0-ABCC0AEC9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8C613AA-A01A-5562-4B77-531ABF6E66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10A00B5-B41C-6CDB-CE73-0287EF280FFD}"/>
                </a:ext>
              </a:extLst>
            </p:cNvPr>
            <p:cNvSpPr/>
            <p:nvPr/>
          </p:nvSpPr>
          <p:spPr>
            <a:xfrm>
              <a:off x="3580111" y="3743821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9E042BA-456A-C243-09E4-33E5EB7E281D}"/>
                </a:ext>
              </a:extLst>
            </p:cNvPr>
            <p:cNvSpPr/>
            <p:nvPr/>
          </p:nvSpPr>
          <p:spPr>
            <a:xfrm>
              <a:off x="3575013" y="4170609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6A07298-6686-7892-8E68-13BB659B28D3}"/>
                </a:ext>
              </a:extLst>
            </p:cNvPr>
            <p:cNvGrpSpPr/>
            <p:nvPr/>
          </p:nvGrpSpPr>
          <p:grpSpPr>
            <a:xfrm>
              <a:off x="3252549" y="4573901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8736728F-8FAE-F6A1-DA59-FE73F43579D0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33AE8B75-1D84-C21D-71CF-C006B30377F5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A9FEC5BB-8D84-0396-3EC6-F65F7F4DAC0F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FBA92E39-8BD5-65B1-C81B-E1CD42F53AE0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0B854C8-F51C-0AC6-A8F1-849005EDB6D1}"/>
                </a:ext>
              </a:extLst>
            </p:cNvPr>
            <p:cNvSpPr/>
            <p:nvPr/>
          </p:nvSpPr>
          <p:spPr>
            <a:xfrm>
              <a:off x="3057061" y="3444689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5E7DBEA-9F70-41E5-5A63-9B5D7061D19C}"/>
                </a:ext>
              </a:extLst>
            </p:cNvPr>
            <p:cNvCxnSpPr>
              <a:cxnSpLocks/>
              <a:stCxn id="30" idx="0"/>
              <a:endCxn id="11" idx="2"/>
            </p:cNvCxnSpPr>
            <p:nvPr/>
          </p:nvCxnSpPr>
          <p:spPr>
            <a:xfrm flipV="1">
              <a:off x="4235412" y="3213100"/>
              <a:ext cx="1" cy="23158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E005210-C7EA-7E09-0162-8E22956BB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790" y="5240453"/>
              <a:ext cx="0" cy="3772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84F02A2-566B-EAC0-C539-4AA96DBD5123}"/>
                </a:ext>
              </a:extLst>
            </p:cNvPr>
            <p:cNvCxnSpPr/>
            <p:nvPr/>
          </p:nvCxnSpPr>
          <p:spPr>
            <a:xfrm flipV="1">
              <a:off x="3749675" y="4411649"/>
              <a:ext cx="0" cy="1622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48181F8-82CB-1B25-B7E4-67795B647D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6048" y="4411649"/>
              <a:ext cx="0" cy="2839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852FAB3-662C-B876-EDCE-BC3D16B23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0040" y="4411649"/>
              <a:ext cx="0" cy="4001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736B1D2-D7CF-E927-6527-D06E3F4E0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5114" y="4411649"/>
              <a:ext cx="0" cy="5272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3B54D79-05E5-3470-66F6-8B5DD7C71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460" y="3989576"/>
              <a:ext cx="0" cy="18103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73449C83-E00D-7903-E634-E28B7DF62AC3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rot="5400000" flipH="1" flipV="1">
              <a:off x="3812765" y="4338724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18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420</Words>
  <Application>Microsoft Office PowerPoint</Application>
  <PresentationFormat>宽屏</PresentationFormat>
  <Paragraphs>335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Xinhui Lin</dc:creator>
  <cp:lastModifiedBy>Xinhui Lin</cp:lastModifiedBy>
  <cp:revision>221</cp:revision>
  <dcterms:created xsi:type="dcterms:W3CDTF">2024-09-08T04:16:12Z</dcterms:created>
  <dcterms:modified xsi:type="dcterms:W3CDTF">2024-09-21T05:58:45Z</dcterms:modified>
</cp:coreProperties>
</file>